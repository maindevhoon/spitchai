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5dcdc43354444d" /><Relationship Type="http://schemas.openxmlformats.org/officeDocument/2006/relationships/extended-properties" Target="/docProps/app.xml" Id="Raf39614d546a4987" /><Relationship Type="http://schemas.openxmlformats.org/officeDocument/2006/relationships/officeDocument" Target="/ppt/presentation.xml" Id="Red877a5bded84fee" /></Relationships>
</file>

<file path=ppt/presentation.xml><?xml version="1.0" encoding="utf-8"?>
<p:presentation xmlns:p="http://schemas.openxmlformats.org/presentationml/2006/main">
  <p:sldMasterIdLst>
    <p:sldMasterId xmlns:r="http://schemas.openxmlformats.org/officeDocument/2006/relationships" id="2147483648" r:id="R073e161855fc430c"/>
  </p:sldMasterIdLst>
  <p:notesMasterIdLst>
    <p:notesMasterId xmlns:r="http://schemas.openxmlformats.org/officeDocument/2006/relationships" r:id="R78e91ea9cec14f52"/>
  </p:notesMasterIdLst>
  <p:sldIdLst>
    <p:sldId xmlns:r="http://schemas.openxmlformats.org/officeDocument/2006/relationships" id="256" r:id="R8ca0b741570742c3"/>
    <p:sldId xmlns:r="http://schemas.openxmlformats.org/officeDocument/2006/relationships" id="257" r:id="R4ff9796e39d94fe6"/>
    <p:sldId xmlns:r="http://schemas.openxmlformats.org/officeDocument/2006/relationships" id="258" r:id="Rd4704d83c3f8459a"/>
    <p:sldId xmlns:r="http://schemas.openxmlformats.org/officeDocument/2006/relationships" id="259" r:id="Rfb33e9076b4e4755"/>
    <p:sldId xmlns:r="http://schemas.openxmlformats.org/officeDocument/2006/relationships" id="260" r:id="R5bc40fdf263341a9"/>
    <p:sldId xmlns:r="http://schemas.openxmlformats.org/officeDocument/2006/relationships" id="261" r:id="Rd5e72a5c93ce46c6"/>
    <p:sldId xmlns:r="http://schemas.openxmlformats.org/officeDocument/2006/relationships" id="262" r:id="R14be0d4b9f5a49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e7afb9c20e4b9b" /><Relationship Type="http://schemas.openxmlformats.org/officeDocument/2006/relationships/slideMaster" Target="/ppt/slideMasters/slideMaster1.xml" Id="R073e161855fc430c" /><Relationship Type="http://schemas.openxmlformats.org/officeDocument/2006/relationships/notesMaster" Target="/ppt/notesMasters/notesMaster1.xml" Id="R78e91ea9cec14f52" /><Relationship Type="http://schemas.openxmlformats.org/officeDocument/2006/relationships/presProps" Target="/ppt/presProps.xml" Id="R553407ee0c9e434a" /><Relationship Type="http://schemas.openxmlformats.org/officeDocument/2006/relationships/tableStyles" Target="/ppt/tableStyles.xml" Id="R2295262ece37493a" /><Relationship Type="http://schemas.openxmlformats.org/officeDocument/2006/relationships/slide" Target="/ppt/slides/slide1.xml" Id="R8ca0b741570742c3" /><Relationship Type="http://schemas.openxmlformats.org/officeDocument/2006/relationships/slide" Target="/ppt/slides/slide2.xml" Id="R4ff9796e39d94fe6" /><Relationship Type="http://schemas.openxmlformats.org/officeDocument/2006/relationships/slide" Target="/ppt/slides/slide3.xml" Id="Rd4704d83c3f8459a" /><Relationship Type="http://schemas.openxmlformats.org/officeDocument/2006/relationships/slide" Target="/ppt/slides/slide4.xml" Id="Rfb33e9076b4e4755" /><Relationship Type="http://schemas.openxmlformats.org/officeDocument/2006/relationships/slide" Target="/ppt/slides/slide5.xml" Id="R5bc40fdf263341a9" /><Relationship Type="http://schemas.openxmlformats.org/officeDocument/2006/relationships/slide" Target="/ppt/slides/slide6.xml" Id="Rd5e72a5c93ce46c6" /><Relationship Type="http://schemas.openxmlformats.org/officeDocument/2006/relationships/slide" Target="/ppt/slides/slide7.xml" Id="R14be0d4b9f5a49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261eaa427148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Work Sans"/>
        <a:ea typeface=""/>
        <a:cs typeface=""/>
      </a:majorFont>
      <a:minorFont>
        <a:latin typeface="Work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18064e68ff4bcd" /><Relationship Type="http://schemas.openxmlformats.org/officeDocument/2006/relationships/notesMaster" Target="/ppt/notesMasters/notesMaster1.xml" Id="R79d3432fc59f44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90e7ee8b444aa1" /><Relationship Type="http://schemas.openxmlformats.org/officeDocument/2006/relationships/notesMaster" Target="/ppt/notesMasters/notesMaster1.xml" Id="R943cd06076754c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b59958558c4fca" /><Relationship Type="http://schemas.openxmlformats.org/officeDocument/2006/relationships/notesMaster" Target="/ppt/notesMasters/notesMaster1.xml" Id="R3577a7fd3f2b4d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b89e17182943cf" /><Relationship Type="http://schemas.openxmlformats.org/officeDocument/2006/relationships/notesMaster" Target="/ppt/notesMasters/notesMaster1.xml" Id="R444433779b614b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063c4f959b4b61" /><Relationship Type="http://schemas.openxmlformats.org/officeDocument/2006/relationships/notesMaster" Target="/ppt/notesMasters/notesMaster1.xml" Id="R5d9177c761974e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166e0d8a764c7c" /><Relationship Type="http://schemas.openxmlformats.org/officeDocument/2006/relationships/notesMaster" Target="/ppt/notesMasters/notesMaster1.xml" Id="Rf1bb60ef82594c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f9186f8b434567" /><Relationship Type="http://schemas.openxmlformats.org/officeDocument/2006/relationships/notesMaster" Target="/ppt/notesMasters/notesMaster1.xml" Id="Rcff38882282d4f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SpitchAI. Build Arena, ElevenLabs track. Team builders.io: Aanya Mahajan and Devbrat Nayak, Jaypee Institute of Information Technology. Project repository: https://github.com/maindevhoon/spitchai . The task description determines the input capture, computational tools and agent configuration. Design reference: https://www.figma.com/design/DfXKXo8VbgdRUD5wvfDWFV/Free-Grey-Pitch-Deck-Presentation-Template--Community-?node-id=1-2 . Original cover background credited in the template layer to Andrew Kliatskyi on Unsplash. ElevenLabs logo source: https://elevenlabs.io/brand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People can describe their desired work without knowing which input sources, computational methods or integrations it requires. The proposed platform identifies these requirements and composes supported execution pipelines connected to a voice agent. Existing products already generate agents, tools and workflows. Our proposed focus is task-driven backend construction with explicit input and output contracts. Sources: https://elevenlabs.io/docs/eleven-agents/operate/architect ; https://relevanceai.com/blog/introducing-invent-from-idea-to-ai-agent-in-minutes ; https://relevanceai.com/tool ; https://elevenlabs.io/blog/introducing-the-elevenlabs-lovable-integration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planner infers required inputs and outputs, chooses supported modules and task expressions, validates the composition, and emits callable tools plus ElevenLabs configuration. The task examples illustrate breadth. The initial compiler supports a bounded module catalog. Capability planning uses an LLM, while declared contracts and reference cases check the supported execution graph. Existing products already generate agents and workflows. Our technical focus is explicit compilation of the required computational backend. Source: official ElevenLabs track https://drive.google.com/file/d/1xPsSZG7QWmiBKuttEllDPxJ3a8KjnSCx/view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stack and execution architecture. The builder converts a request into a structured spec, resolves curated modules and restricted expressions, validates a typed graph, and emits a versioned manifest. The manifest configures browser capture, server execution and the ElevenLabs agent. One shared runtime executes different app manifests. ElevenAgents powers conversation; use ElevenLabs TTS and voice previews, and Scribe for transcription where applicable. Use client tools for browser measurements and webhook tools for server operations. Keep API keys server-side and authorize sessions. Phone deployment is required by the brief, with a clearly documented simulation allowed when no number is available. Sources: https://elevenlabs.io/docs/api-reference/agents/create ; https://elevenlabs.io/docs/eleven-agents/customization/tools/client-tools ; https://elevenlabs.io/docs/eleven-agents/customization/tools/webhook-tools ; https://elevenlabs.io/docs/eleven-agents/libraries/java-script ; official track brief. Logos: https://react.dev ; https://nodejs.org/en/about/branding ; https://www.postgresql.org/about/press/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proposed product capabilities aligned with the official minimum scope. Guided starters include lead generation, appointments, support, negotiation and collections. Generated settings remain reviewable and editable. Voice selection includes browsing/filtering and preview. Live tests include interruptions, transcripts, response latency and tool visibility. Refinement supports chat and a form-based conversation editor. Deployment includes a web link/widget and a phone integration demo, or a clearly documented simulation if no number is available. Session review includes transcripts, summaries, duration and completion/outcome tags. Compiler scope remains curated modules, typed composition and restricted expressions, with arbitrary generated code deferred. Source: https://drive.google.com/file/d/1xPsSZG7QWmiBKuttEllDPxJ3a8KjnSCx/view . Design follows the supplied template agenda typography and numbered hierarchy.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estimate uses an illustrative normalized cost model. Baseline is 100: 70 fixed voice/transport/other units plus 30 repeated LLM reasoning units. Assume supported deterministic computations replace 60% of the LLM reasoning spend, leaving 12 units, and execution adds 3 units. New total is 70+12+3=85, or 15% lower than the assumed baseline. No measured results or provider prices are claimed. Actual savings depend on the workload, token usage, voice length, model and tool costs and could be lower or negative. Four capability types illustrate product scope: interpretation, deterministic computation, validation and authorized external action. This is not an intelligence score or a claim that competing platforms cannot use tools. For tested supported operations, the same input and module version should reproduce the computation. LLM planning remains probabilistic and external integrations can fail. Adoption through predictable results and visible traces remains a user-testing hypothesis. Initial feasibility relies on a curated module catalog, typed input/output contracts, reference cases and a shared runtime. Full platform scope also includes the ElevenLabs conversation, web publication, session traces and phone integration or the permitted documented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demonstration: enter a fresh supported request, inspect the generated execution plan, compare backend outputs with known answers, and test the ElevenLabs voice agent. Modify a computational requirement to show how the execution graph and tool behavior adapt without manual application-specific backend edits. Publish and inspect the transcript and execution trace. The full demonstration includes phone integration or a clearly documented simulation when no number is available, as permitted by the track. Initial coverage follows the supported module catalog.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0c802e5d6c41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6bbdd4b39441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c9f24ef63645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c6e08a4b0244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171500b09e46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e507cffa7a4c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1C02BC-35E9-41CF-9FDA-20EB79549B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E09183-5990-4D22-BC56-36CF810F209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93BB20B-2F91-4469-BE70-A43328AACB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3035E7-6B63-4BD3-89BF-355F6DC379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3C768E-2EA6-41C7-BB51-19BC799148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E88E3C-AFA9-4F5F-B6E5-688C27032D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950C87-8316-4CAB-9298-590B38F12A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F79154-4ECD-42F2-B7EF-B128017177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9DFE97-81E3-41A8-B8A0-0E3478C3BA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C195A7-589B-4C20-BCFA-5863C6369C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8d12a72aff4fdc" /><Relationship Type="http://schemas.openxmlformats.org/officeDocument/2006/relationships/slideLayout" Target="/ppt/slideLayouts/slideLayout1.xml" Id="R7d0866634e044551" /><Relationship Type="http://schemas.openxmlformats.org/officeDocument/2006/relationships/slideLayout" Target="/ppt/slideLayouts/slideLayout2.xml" Id="R6a5c802b1da24a92" /><Relationship Type="http://schemas.openxmlformats.org/officeDocument/2006/relationships/slideLayout" Target="/ppt/slideLayouts/slideLayout3.xml" Id="Rf15877ff0ae846fc" /><Relationship Type="http://schemas.openxmlformats.org/officeDocument/2006/relationships/slideLayout" Target="/ppt/slideLayouts/slideLayout4.xml" Id="R4a53a005f0ca43df" /><Relationship Type="http://schemas.openxmlformats.org/officeDocument/2006/relationships/slideLayout" Target="/ppt/slideLayouts/slideLayout5.xml" Id="R5dbe4d9075a14ac9" /><Relationship Type="http://schemas.openxmlformats.org/officeDocument/2006/relationships/slideLayout" Target="/ppt/slideLayouts/slideLayout6.xml" Id="Rc9b4d0b7bf9b43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0866634e044551"/>
    <p:sldLayoutId xmlns:r="http://schemas.openxmlformats.org/officeDocument/2006/relationships" id="2147483650" r:id="R6a5c802b1da24a92"/>
    <p:sldLayoutId xmlns:r="http://schemas.openxmlformats.org/officeDocument/2006/relationships" id="2147483651" r:id="Rf15877ff0ae846fc"/>
    <p:sldLayoutId xmlns:r="http://schemas.openxmlformats.org/officeDocument/2006/relationships" id="2147483652" r:id="R4a53a005f0ca43df"/>
    <p:sldLayoutId xmlns:r="http://schemas.openxmlformats.org/officeDocument/2006/relationships" id="2147483653" r:id="R5dbe4d9075a14ac9"/>
    <p:sldLayoutId xmlns:r="http://schemas.openxmlformats.org/officeDocument/2006/relationships" id="2147483654" r:id="Rc9b4d0b7bf9b43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Work Sans"/>
        <a:ea typeface=""/>
        <a:cs typeface=""/>
      </a:majorFont>
      <a:minorFont>
        <a:latin typeface="Work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192dc0885254efe" /><Relationship Type="http://schemas.openxmlformats.org/officeDocument/2006/relationships/image" Target="/ppt/media/image.jpeg" Id="R77f460c3cfe14c72" /><Relationship Type="http://schemas.openxmlformats.org/officeDocument/2006/relationships/image" Target="/ppt/media/image.png" Id="R7a173cbe8500428d" /><Relationship Type="http://schemas.openxmlformats.org/officeDocument/2006/relationships/notesSlide" Target="/ppt/notesSlides/notesSlide1.xml" Id="R98567703872b40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c3a20e30d434251" /><Relationship Type="http://schemas.openxmlformats.org/officeDocument/2006/relationships/notesSlide" Target="/ppt/notesSlides/notesSlide2.xml" Id="Rbde04baeb9c34a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76e65afadf4314" /><Relationship Type="http://schemas.openxmlformats.org/officeDocument/2006/relationships/notesSlide" Target="/ppt/notesSlides/notesSlide3.xml" Id="R27633420bb0347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9c4ab999874d4e" /><Relationship Type="http://schemas.openxmlformats.org/officeDocument/2006/relationships/image" Target="/ppt/media/image2.png" Id="R5908492488344ccb" /><Relationship Type="http://schemas.openxmlformats.org/officeDocument/2006/relationships/image" Target="/ppt/media/image3.png" Id="R204da5e925cf4c33" /><Relationship Type="http://schemas.openxmlformats.org/officeDocument/2006/relationships/image" Target="/ppt/media/image.svg" Id="R12dd7d7d05084bf3" /><Relationship Type="http://schemas.openxmlformats.org/officeDocument/2006/relationships/image" Target="/ppt/media/image4.png" Id="R798390823184461d" /><Relationship Type="http://schemas.openxmlformats.org/officeDocument/2006/relationships/notesSlide" Target="/ppt/notesSlides/notesSlide4.xml" Id="Ra905521f92e648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709d4e4bb748dc" /><Relationship Type="http://schemas.openxmlformats.org/officeDocument/2006/relationships/notesSlide" Target="/ppt/notesSlides/notesSlide5.xml" Id="Re94cbada77764d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2b3e645a9514b2c" /><Relationship Type="http://schemas.openxmlformats.org/officeDocument/2006/relationships/chart" Target="/ppt/slides/charts/chart1.xml" Id="R1780d114c5ad465e" /><Relationship Type="http://schemas.openxmlformats.org/officeDocument/2006/relationships/notesSlide" Target="/ppt/notesSlides/notesSlide6.xml" Id="R466514d45da94c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6733dc07eb745db" /><Relationship Type="http://schemas.openxmlformats.org/officeDocument/2006/relationships/notesSlide" Target="/ppt/notesSlides/notesSlide7.xml" Id="R82a10ae43a894b56" /></Relationships>
</file>

<file path=ppt/slides/charts/chart1.xml><?xml version="1.0" encoding="utf-8"?>
<c:chartSpace xmlns:c="http://schemas.openxmlformats.org/drawingml/2006/chart">
  <c:lang val="en-US"/>
  <c:chart>
    <c:plotArea>
      <c:barChart>
        <c:barDir val="bar"/>
        <c:grouping val="stacked"/>
        <c:varyColors val="0"/>
        <c:ser>
          <c:idx val="0"/>
          <c:order val="0"/>
          <c:tx>
            <c:v>Fixed</c:v>
          </c:tx>
          <c:spPr>
            <a:solidFill xmlns:a="http://schemas.openxmlformats.org/drawingml/2006/main">
              <a:srgbClr val="D6D2C9"/>
            </a:solidFill>
          </c:spPr>
          <c:invertIfNegative val="0"/>
          <c:cat>
            <c:strLit>
              <c:ptCount val="2"/>
              <c:pt idx="0">
                <c:v>Baseline</c:v>
              </c:pt>
              <c:pt idx="1">
                <c:v>Compiled</c:v>
              </c:pt>
            </c:strLit>
          </c:cat>
          <c:val>
            <c:numLit>
              <c:formatCode>General</c:formatCode>
              <c:ptCount val="2"/>
              <c:pt idx="0">
                <c:v>70</c:v>
              </c:pt>
              <c:pt idx="1">
                <c:v>70</c:v>
              </c:pt>
            </c:numLit>
          </c:val>
        </c:ser>
        <c:ser>
          <c:idx val="1"/>
          <c:order val="1"/>
          <c:tx>
            <c:v>LLM reasoning</c:v>
          </c:tx>
          <c:spPr>
            <a:solidFill xmlns:a="http://schemas.openxmlformats.org/drawingml/2006/main">
              <a:srgbClr val="111111"/>
            </a:solidFill>
          </c:spPr>
          <c:invertIfNegative val="0"/>
          <c:cat>
            <c:strLit>
              <c:ptCount val="2"/>
              <c:pt idx="0">
                <c:v>Baseline</c:v>
              </c:pt>
              <c:pt idx="1">
                <c:v>Compiled</c:v>
              </c:pt>
            </c:strLit>
          </c:cat>
          <c:val>
            <c:numLit>
              <c:formatCode>General</c:formatCode>
              <c:ptCount val="2"/>
              <c:pt idx="0">
                <c:v>30</c:v>
              </c:pt>
              <c:pt idx="1">
                <c:v>12</c:v>
              </c:pt>
            </c:numLit>
          </c:val>
        </c:ser>
        <c:ser>
          <c:idx val="2"/>
          <c:order val="2"/>
          <c:tx>
            <c:v>Execution</c:v>
          </c:tx>
          <c:spPr>
            <a:solidFill xmlns:a="http://schemas.openxmlformats.org/drawingml/2006/main">
              <a:srgbClr val="F25037"/>
            </a:solidFill>
          </c:spPr>
          <c:invertIfNegative val="0"/>
          <c:cat>
            <c:strLit>
              <c:ptCount val="2"/>
              <c:pt idx="0">
                <c:v>Baseline</c:v>
              </c:pt>
              <c:pt idx="1">
                <c:v>Compiled</c:v>
              </c:pt>
            </c:strLit>
          </c:cat>
          <c:val>
            <c:numLit>
              <c:formatCode>General</c:formatCode>
              <c:ptCount val="2"/>
              <c:pt idx="0">
                <c:v>0</c:v>
              </c:pt>
              <c:pt idx="1">
                <c:v>3</c:v>
              </c:pt>
            </c:numLit>
          </c:val>
        </c:ser>
        <c:dLbls>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111111"/>
                </a:solidFill>
              </a:defRPr>
            </a:pPr>
          </a:p>
        </c:txPr>
        <c:crossAx val="48672768"/>
      </c:catAx>
      <c:valAx>
        <c:axId val="48672768"/>
        <c:scaling>
          <c:orientation val="minMax"/>
          <c:max val="105"/>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7F6F2"/>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646464"/>
              </a:solidFill>
            </a:defRPr>
          </a:pPr>
        </a:p>
      </c:txPr>
    </c:legend>
    <c:plotVisOnly val="1"/>
  </c:chart>
  <c:spPr>
    <a:solidFill xmlns:a="http://schemas.openxmlformats.org/drawingml/2006/main">
      <a:srgbClr val="F7F6F2"/>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slide-number">
            <a:extLst xmlns:a="http://schemas.openxmlformats.org/drawingml/2006/main">
              <a:ext uri="{FF2B5EF4-FFF2-40B4-BE49-F238E27FC236}">
                <a16:creationId xmlns:a16="http://schemas.microsoft.com/office/drawing/2014/main" id="{9E04BA6F-3BF4-4DA1-87F0-E20826459C4E}"/>
              </a:ext>
            </a:extLst>
          </p:cNvPr>
          <p:cNvSpPr>
            <a:spLocks xmlns:a="http://schemas.openxmlformats.org/drawingml/2006/main" noGrp="1"/>
          </p:cNvSpPr>
          <p:nvPr/>
        </p:nvSpPr>
        <p:spPr>
          <a:xfrm xmlns:a="http://schemas.openxmlformats.org/drawingml/2006/main">
            <a:off x="11182350" y="63341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0">
                <a:solidFill>
                  <a:srgbClr val="979797"/>
                </a:solidFill>
                <a:latin typeface="Work Sans"/>
                <a:ea typeface="Work Sans"/>
                <a:cs typeface="Work Sans"/>
              </a:defRPr>
            </a:defPPr>
            <a:lvl1pPr>
              <a:defRPr sz="1275" b="0">
                <a:solidFill>
                  <a:srgbClr val="979797"/>
                </a:solidFill>
                <a:latin typeface="Work Sans"/>
                <a:ea typeface="Work Sans"/>
                <a:cs typeface="Work Sans"/>
              </a:defRPr>
            </a:lvl1pPr>
            <a:lvl2pPr>
              <a:defRPr sz="1275" b="0">
                <a:solidFill>
                  <a:srgbClr val="979797"/>
                </a:solidFill>
                <a:latin typeface="Work Sans"/>
                <a:ea typeface="Work Sans"/>
                <a:cs typeface="Work Sans"/>
              </a:defRPr>
            </a:lvl2pPr>
            <a:lvl3pPr>
              <a:defRPr sz="1275" b="0">
                <a:solidFill>
                  <a:srgbClr val="979797"/>
                </a:solidFill>
                <a:latin typeface="Work Sans"/>
                <a:ea typeface="Work Sans"/>
                <a:cs typeface="Work Sans"/>
              </a:defRPr>
            </a:lvl3pPr>
            <a:lvl4pPr>
              <a:defRPr sz="1275" b="0">
                <a:solidFill>
                  <a:srgbClr val="979797"/>
                </a:solidFill>
                <a:latin typeface="Work Sans"/>
                <a:ea typeface="Work Sans"/>
                <a:cs typeface="Work Sans"/>
              </a:defRPr>
            </a:lvl4pPr>
            <a:lvl5pPr>
              <a:defRPr sz="1275" b="0">
                <a:solidFill>
                  <a:srgbClr val="979797"/>
                </a:solidFill>
                <a:latin typeface="Work Sans"/>
                <a:ea typeface="Work Sans"/>
                <a:cs typeface="Work Sans"/>
              </a:defRPr>
            </a:lvl5pPr>
            <a:lvl6pPr>
              <a:defRPr sz="1275" b="0">
                <a:solidFill>
                  <a:srgbClr val="979797"/>
                </a:solidFill>
                <a:latin typeface="Work Sans"/>
                <a:ea typeface="Work Sans"/>
                <a:cs typeface="Work Sans"/>
              </a:defRPr>
            </a:lvl6pPr>
            <a:lvl7pPr>
              <a:defRPr sz="1275" b="0">
                <a:solidFill>
                  <a:srgbClr val="979797"/>
                </a:solidFill>
                <a:latin typeface="Work Sans"/>
                <a:ea typeface="Work Sans"/>
                <a:cs typeface="Work Sans"/>
              </a:defRPr>
            </a:lvl7pPr>
            <a:lvl8pPr>
              <a:defRPr sz="1275" b="0">
                <a:solidFill>
                  <a:srgbClr val="979797"/>
                </a:solidFill>
                <a:latin typeface="Work Sans"/>
                <a:ea typeface="Work Sans"/>
                <a:cs typeface="Work Sans"/>
              </a:defRPr>
            </a:lvl8pPr>
            <a:lvl9pPr>
              <a:defRPr sz="1275" b="0">
                <a:solidFill>
                  <a:srgbClr val="979797"/>
                </a:solidFill>
                <a:latin typeface="Work Sans"/>
                <a:ea typeface="Work Sans"/>
                <a:cs typeface="Work Sans"/>
              </a:defRPr>
            </a:lvl9pPr>
          </a:lstStyle>
          <a:p xmlns:a="http://schemas.openxmlformats.org/drawingml/2006/main">
            <a:pPr>
              <a:defRPr sz="1275" b="0">
                <a:solidFill>
                  <a:srgbClr val="979797"/>
                </a:solidFill>
                <a:latin typeface="Work Sans"/>
                <a:ea typeface="Work Sans"/>
                <a:cs typeface="Work Sans"/>
              </a:defRPr>
            </a:pPr>
            <a:r>
              <a:rPr sz="1275" b="0">
                <a:solidFill>
                  <a:srgbClr val="979797"/>
                </a:solidFill>
                <a:latin typeface="Work Sans"/>
                <a:ea typeface="Work Sans"/>
                <a:cs typeface="Work Sans"/>
              </a:rPr>
              <a:t>01</a:t>
            </a:r>
          </a:p>
        </p:txBody>
      </p:sp>
      <p:pic>
        <p:nvPicPr>
          <p:cNvPr id="3" name="">
            <a:extLst xmlns:a="http://schemas.openxmlformats.org/drawingml/2006/main">
              <a:ext uri="{FF2B5EF4-FFF2-40B4-BE49-F238E27FC236}">
                <a16:creationId xmlns:a16="http://schemas.microsoft.com/office/drawing/2014/main" id="{06E06157-56C1-473C-BFCE-8360BFFEC79D}"/>
              </a:ext>
            </a:extLst>
          </p:cNvPr>
          <p:cNvPicPr>
            <a:picLocks xmlns:a="http://schemas.openxmlformats.org/drawingml/2006/main" noChangeAspect="1"/>
          </p:cNvPicPr>
          <p:nvPr/>
        </p:nvPicPr>
        <p:blipFill>
          <a:blip xmlns:r="http://schemas.openxmlformats.org/officeDocument/2006/relationships" xmlns:a="http://schemas.openxmlformats.org/drawingml/2006/main" r:embed="R77f460c3cfe14c72"/>
          <a:stretch xmlns:a="http://schemas.openxmlformats.org/drawingml/2006/main"/>
        </p:blipFill>
        <p:spPr>
          <a:xfrm xmlns:a="http://schemas.openxmlformats.org/drawingml/2006/main" rot="5400000">
            <a:off x="2667000" y="-2667000"/>
            <a:ext cx="6858000" cy="12192000"/>
          </a:xfrm>
          <a:prstGeom xmlns:a="http://schemas.openxmlformats.org/drawingml/2006/main" prst="rect">
            <a:avLst/>
          </a:prstGeom>
        </p:spPr>
      </p:pic>
      <p:sp>
        <p:nvSpPr>
          <p:cNvPr id="4" name="title-first">
            <a:extLst xmlns:a="http://schemas.openxmlformats.org/drawingml/2006/main">
              <a:ext uri="{FF2B5EF4-FFF2-40B4-BE49-F238E27FC236}">
                <a16:creationId xmlns:a16="http://schemas.microsoft.com/office/drawing/2014/main" id="{F70E726B-F87C-4AE8-AC71-C721A9443E01}"/>
              </a:ext>
            </a:extLst>
          </p:cNvPr>
          <p:cNvSpPr>
            <a:spLocks xmlns:a="http://schemas.openxmlformats.org/drawingml/2006/main" noGrp="1"/>
          </p:cNvSpPr>
          <p:nvPr/>
        </p:nvSpPr>
        <p:spPr>
          <a:xfrm xmlns:a="http://schemas.openxmlformats.org/drawingml/2006/main">
            <a:off x="609600" y="1714500"/>
            <a:ext cx="109728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0" b="0">
                <a:solidFill>
                  <a:srgbClr val="FFFFFF"/>
                </a:solidFill>
                <a:latin typeface="Bebas Neue"/>
                <a:ea typeface="Bebas Neue"/>
                <a:cs typeface="Bebas Neue"/>
              </a:defRPr>
            </a:defPPr>
            <a:lvl1pPr>
              <a:defRPr sz="15000" b="0">
                <a:solidFill>
                  <a:srgbClr val="FFFFFF"/>
                </a:solidFill>
                <a:latin typeface="Bebas Neue"/>
                <a:ea typeface="Bebas Neue"/>
                <a:cs typeface="Bebas Neue"/>
              </a:defRPr>
            </a:lvl1pPr>
            <a:lvl2pPr>
              <a:defRPr sz="15000" b="0">
                <a:solidFill>
                  <a:srgbClr val="FFFFFF"/>
                </a:solidFill>
                <a:latin typeface="Bebas Neue"/>
                <a:ea typeface="Bebas Neue"/>
                <a:cs typeface="Bebas Neue"/>
              </a:defRPr>
            </a:lvl2pPr>
            <a:lvl3pPr>
              <a:defRPr sz="15000" b="0">
                <a:solidFill>
                  <a:srgbClr val="FFFFFF"/>
                </a:solidFill>
                <a:latin typeface="Bebas Neue"/>
                <a:ea typeface="Bebas Neue"/>
                <a:cs typeface="Bebas Neue"/>
              </a:defRPr>
            </a:lvl3pPr>
            <a:lvl4pPr>
              <a:defRPr sz="15000" b="0">
                <a:solidFill>
                  <a:srgbClr val="FFFFFF"/>
                </a:solidFill>
                <a:latin typeface="Bebas Neue"/>
                <a:ea typeface="Bebas Neue"/>
                <a:cs typeface="Bebas Neue"/>
              </a:defRPr>
            </a:lvl4pPr>
            <a:lvl5pPr>
              <a:defRPr sz="15000" b="0">
                <a:solidFill>
                  <a:srgbClr val="FFFFFF"/>
                </a:solidFill>
                <a:latin typeface="Bebas Neue"/>
                <a:ea typeface="Bebas Neue"/>
                <a:cs typeface="Bebas Neue"/>
              </a:defRPr>
            </a:lvl5pPr>
            <a:lvl6pPr>
              <a:defRPr sz="15000" b="0">
                <a:solidFill>
                  <a:srgbClr val="FFFFFF"/>
                </a:solidFill>
                <a:latin typeface="Bebas Neue"/>
                <a:ea typeface="Bebas Neue"/>
                <a:cs typeface="Bebas Neue"/>
              </a:defRPr>
            </a:lvl6pPr>
            <a:lvl7pPr>
              <a:defRPr sz="15000" b="0">
                <a:solidFill>
                  <a:srgbClr val="FFFFFF"/>
                </a:solidFill>
                <a:latin typeface="Bebas Neue"/>
                <a:ea typeface="Bebas Neue"/>
                <a:cs typeface="Bebas Neue"/>
              </a:defRPr>
            </a:lvl7pPr>
            <a:lvl8pPr>
              <a:defRPr sz="15000" b="0">
                <a:solidFill>
                  <a:srgbClr val="FFFFFF"/>
                </a:solidFill>
                <a:latin typeface="Bebas Neue"/>
                <a:ea typeface="Bebas Neue"/>
                <a:cs typeface="Bebas Neue"/>
              </a:defRPr>
            </a:lvl8pPr>
            <a:lvl9pPr>
              <a:defRPr sz="15000" b="0">
                <a:solidFill>
                  <a:srgbClr val="FFFFFF"/>
                </a:solidFill>
                <a:latin typeface="Bebas Neue"/>
                <a:ea typeface="Bebas Neue"/>
                <a:cs typeface="Bebas Neue"/>
              </a:defRPr>
            </a:lvl9pPr>
          </a:lstStyle>
          <a:p xmlns:a="http://schemas.openxmlformats.org/drawingml/2006/main">
            <a:pPr>
              <a:defRPr sz="15000" b="0">
                <a:solidFill>
                  <a:srgbClr val="FFFFFF"/>
                </a:solidFill>
                <a:latin typeface="Bebas Neue"/>
                <a:ea typeface="Bebas Neue"/>
                <a:cs typeface="Bebas Neue"/>
              </a:defRPr>
            </a:pPr>
            <a:r>
              <a:rPr sz="15000" b="0">
                <a:solidFill>
                  <a:srgbClr val="FFFFFF"/>
                </a:solidFill>
                <a:latin typeface="Bebas Neue"/>
                <a:ea typeface="Bebas Neue"/>
                <a:cs typeface="Bebas Neue"/>
              </a:rPr>
              <a:t>SpitchAI</a:t>
            </a:r>
          </a:p>
        </p:txBody>
      </p:sp>
      <p:sp>
        <p:nvSpPr>
          <p:cNvPr id="5" name="title-second">
            <a:extLst xmlns:a="http://schemas.openxmlformats.org/drawingml/2006/main">
              <a:ext uri="{FF2B5EF4-FFF2-40B4-BE49-F238E27FC236}">
                <a16:creationId xmlns:a16="http://schemas.microsoft.com/office/drawing/2014/main" id="{37A7C751-D81E-47E2-8968-5B51E114DA26}"/>
              </a:ext>
            </a:extLst>
          </p:cNvPr>
          <p:cNvSpPr>
            <a:spLocks xmlns:a="http://schemas.openxmlformats.org/drawingml/2006/main" noGrp="1"/>
          </p:cNvSpPr>
          <p:nvPr/>
        </p:nvSpPr>
        <p:spPr>
          <a:xfrm xmlns:a="http://schemas.openxmlformats.org/drawingml/2006/main">
            <a:off x="647700" y="3714750"/>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700" b="0">
                <a:solidFill>
                  <a:srgbClr val="929292"/>
                </a:solidFill>
                <a:latin typeface="Bebas Neue"/>
                <a:ea typeface="Bebas Neue"/>
                <a:cs typeface="Bebas Neue"/>
              </a:defRPr>
            </a:defPPr>
            <a:lvl1pPr>
              <a:defRPr sz="5700" b="0">
                <a:solidFill>
                  <a:srgbClr val="929292"/>
                </a:solidFill>
                <a:latin typeface="Bebas Neue"/>
                <a:ea typeface="Bebas Neue"/>
                <a:cs typeface="Bebas Neue"/>
              </a:defRPr>
            </a:lvl1pPr>
            <a:lvl2pPr>
              <a:defRPr sz="5700" b="0">
                <a:solidFill>
                  <a:srgbClr val="929292"/>
                </a:solidFill>
                <a:latin typeface="Bebas Neue"/>
                <a:ea typeface="Bebas Neue"/>
                <a:cs typeface="Bebas Neue"/>
              </a:defRPr>
            </a:lvl2pPr>
            <a:lvl3pPr>
              <a:defRPr sz="5700" b="0">
                <a:solidFill>
                  <a:srgbClr val="929292"/>
                </a:solidFill>
                <a:latin typeface="Bebas Neue"/>
                <a:ea typeface="Bebas Neue"/>
                <a:cs typeface="Bebas Neue"/>
              </a:defRPr>
            </a:lvl3pPr>
            <a:lvl4pPr>
              <a:defRPr sz="5700" b="0">
                <a:solidFill>
                  <a:srgbClr val="929292"/>
                </a:solidFill>
                <a:latin typeface="Bebas Neue"/>
                <a:ea typeface="Bebas Neue"/>
                <a:cs typeface="Bebas Neue"/>
              </a:defRPr>
            </a:lvl4pPr>
            <a:lvl5pPr>
              <a:defRPr sz="5700" b="0">
                <a:solidFill>
                  <a:srgbClr val="929292"/>
                </a:solidFill>
                <a:latin typeface="Bebas Neue"/>
                <a:ea typeface="Bebas Neue"/>
                <a:cs typeface="Bebas Neue"/>
              </a:defRPr>
            </a:lvl5pPr>
            <a:lvl6pPr>
              <a:defRPr sz="5700" b="0">
                <a:solidFill>
                  <a:srgbClr val="929292"/>
                </a:solidFill>
                <a:latin typeface="Bebas Neue"/>
                <a:ea typeface="Bebas Neue"/>
                <a:cs typeface="Bebas Neue"/>
              </a:defRPr>
            </a:lvl6pPr>
            <a:lvl7pPr>
              <a:defRPr sz="5700" b="0">
                <a:solidFill>
                  <a:srgbClr val="929292"/>
                </a:solidFill>
                <a:latin typeface="Bebas Neue"/>
                <a:ea typeface="Bebas Neue"/>
                <a:cs typeface="Bebas Neue"/>
              </a:defRPr>
            </a:lvl7pPr>
            <a:lvl8pPr>
              <a:defRPr sz="5700" b="0">
                <a:solidFill>
                  <a:srgbClr val="929292"/>
                </a:solidFill>
                <a:latin typeface="Bebas Neue"/>
                <a:ea typeface="Bebas Neue"/>
                <a:cs typeface="Bebas Neue"/>
              </a:defRPr>
            </a:lvl8pPr>
            <a:lvl9pPr>
              <a:defRPr sz="5700" b="0">
                <a:solidFill>
                  <a:srgbClr val="929292"/>
                </a:solidFill>
                <a:latin typeface="Bebas Neue"/>
                <a:ea typeface="Bebas Neue"/>
                <a:cs typeface="Bebas Neue"/>
              </a:defRPr>
            </a:lvl9pPr>
          </a:lstStyle>
          <a:p xmlns:a="http://schemas.openxmlformats.org/drawingml/2006/main">
            <a:pPr>
              <a:defRPr sz="5700" b="0">
                <a:solidFill>
                  <a:srgbClr val="929292"/>
                </a:solidFill>
                <a:latin typeface="Bebas Neue"/>
                <a:ea typeface="Bebas Neue"/>
                <a:cs typeface="Bebas Neue"/>
              </a:defRPr>
            </a:pPr>
            <a:r>
              <a:rPr sz="5700" b="0">
                <a:solidFill>
                  <a:srgbClr val="929292"/>
                </a:solidFill>
                <a:latin typeface="Bebas Neue"/>
                <a:ea typeface="Bebas Neue"/>
                <a:cs typeface="Bebas Neue"/>
              </a:rPr>
              <a:t>VOICE AGENT COMPILER</a:t>
            </a:r>
          </a:p>
        </p:txBody>
      </p:sp>
      <p:sp>
        <p:nvSpPr>
          <p:cNvPr id="6" name="subtitle">
            <a:extLst xmlns:a="http://schemas.openxmlformats.org/drawingml/2006/main">
              <a:ext uri="{FF2B5EF4-FFF2-40B4-BE49-F238E27FC236}">
                <a16:creationId xmlns:a16="http://schemas.microsoft.com/office/drawing/2014/main" id="{54009BA4-B3AD-4244-A36D-B18B6E6946D6}"/>
              </a:ext>
            </a:extLst>
          </p:cNvPr>
          <p:cNvSpPr>
            <a:spLocks xmlns:a="http://schemas.openxmlformats.org/drawingml/2006/main" noGrp="1"/>
          </p:cNvSpPr>
          <p:nvPr/>
        </p:nvSpPr>
        <p:spPr>
          <a:xfrm xmlns:a="http://schemas.openxmlformats.org/drawingml/2006/main">
            <a:off x="647700" y="4810125"/>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FFFFF"/>
                </a:solidFill>
                <a:latin typeface="Work Sans"/>
                <a:ea typeface="Work Sans"/>
                <a:cs typeface="Work Sans"/>
              </a:defRPr>
            </a:defPPr>
            <a:lvl1pPr>
              <a:defRPr sz="2100" b="0">
                <a:solidFill>
                  <a:srgbClr val="FFFFFF"/>
                </a:solidFill>
                <a:latin typeface="Work Sans"/>
                <a:ea typeface="Work Sans"/>
                <a:cs typeface="Work Sans"/>
              </a:defRPr>
            </a:lvl1pPr>
            <a:lvl2pPr>
              <a:defRPr sz="2100" b="0">
                <a:solidFill>
                  <a:srgbClr val="FFFFFF"/>
                </a:solidFill>
                <a:latin typeface="Work Sans"/>
                <a:ea typeface="Work Sans"/>
                <a:cs typeface="Work Sans"/>
              </a:defRPr>
            </a:lvl2pPr>
            <a:lvl3pPr>
              <a:defRPr sz="2100" b="0">
                <a:solidFill>
                  <a:srgbClr val="FFFFFF"/>
                </a:solidFill>
                <a:latin typeface="Work Sans"/>
                <a:ea typeface="Work Sans"/>
                <a:cs typeface="Work Sans"/>
              </a:defRPr>
            </a:lvl3pPr>
            <a:lvl4pPr>
              <a:defRPr sz="2100" b="0">
                <a:solidFill>
                  <a:srgbClr val="FFFFFF"/>
                </a:solidFill>
                <a:latin typeface="Work Sans"/>
                <a:ea typeface="Work Sans"/>
                <a:cs typeface="Work Sans"/>
              </a:defRPr>
            </a:lvl4pPr>
            <a:lvl5pPr>
              <a:defRPr sz="2100" b="0">
                <a:solidFill>
                  <a:srgbClr val="FFFFFF"/>
                </a:solidFill>
                <a:latin typeface="Work Sans"/>
                <a:ea typeface="Work Sans"/>
                <a:cs typeface="Work Sans"/>
              </a:defRPr>
            </a:lvl5pPr>
            <a:lvl6pPr>
              <a:defRPr sz="2100" b="0">
                <a:solidFill>
                  <a:srgbClr val="FFFFFF"/>
                </a:solidFill>
                <a:latin typeface="Work Sans"/>
                <a:ea typeface="Work Sans"/>
                <a:cs typeface="Work Sans"/>
              </a:defRPr>
            </a:lvl6pPr>
            <a:lvl7pPr>
              <a:defRPr sz="2100" b="0">
                <a:solidFill>
                  <a:srgbClr val="FFFFFF"/>
                </a:solidFill>
                <a:latin typeface="Work Sans"/>
                <a:ea typeface="Work Sans"/>
                <a:cs typeface="Work Sans"/>
              </a:defRPr>
            </a:lvl7pPr>
            <a:lvl8pPr>
              <a:defRPr sz="2100" b="0">
                <a:solidFill>
                  <a:srgbClr val="FFFFFF"/>
                </a:solidFill>
                <a:latin typeface="Work Sans"/>
                <a:ea typeface="Work Sans"/>
                <a:cs typeface="Work Sans"/>
              </a:defRPr>
            </a:lvl8pPr>
            <a:lvl9pPr>
              <a:defRPr sz="2100" b="0">
                <a:solidFill>
                  <a:srgbClr val="FFFFFF"/>
                </a:solidFill>
                <a:latin typeface="Work Sans"/>
                <a:ea typeface="Work Sans"/>
                <a:cs typeface="Work Sans"/>
              </a:defRPr>
            </a:lvl9pPr>
          </a:lstStyle>
          <a:p xmlns:a="http://schemas.openxmlformats.org/drawingml/2006/main">
            <a:pPr>
              <a:defRPr sz="2100" b="0">
                <a:solidFill>
                  <a:srgbClr val="FFFFFF"/>
                </a:solidFill>
                <a:latin typeface="Work Sans"/>
                <a:ea typeface="Work Sans"/>
                <a:cs typeface="Work Sans"/>
              </a:defRPr>
            </a:pPr>
            <a:r>
              <a:rPr sz="2100" b="0">
                <a:solidFill>
                  <a:srgbClr val="FFFFFF"/>
                </a:solidFill>
                <a:latin typeface="Work Sans"/>
                <a:ea typeface="Work Sans"/>
                <a:cs typeface="Work Sans"/>
              </a:rPr>
              <a:t>Describe the work. Generate its backend.</a:t>
            </a:r>
          </a:p>
          <a:p xmlns:a="http://schemas.openxmlformats.org/drawingml/2006/main">
            <a:pPr>
              <a:defRPr sz="2100" b="0">
                <a:solidFill>
                  <a:srgbClr val="FFFFFF"/>
                </a:solidFill>
                <a:latin typeface="Work Sans"/>
                <a:ea typeface="Work Sans"/>
                <a:cs typeface="Work Sans"/>
              </a:defRPr>
            </a:pPr>
            <a:r>
              <a:rPr sz="2100" b="0">
                <a:solidFill>
                  <a:srgbClr val="FFFFFF"/>
                </a:solidFill>
                <a:latin typeface="Work Sans"/>
                <a:ea typeface="Work Sans"/>
                <a:cs typeface="Work Sans"/>
              </a:rPr>
              <a:t>Talk to the agent. Test it. Ship it.</a:t>
            </a:r>
          </a:p>
        </p:txBody>
      </p:sp>
      <p:sp>
        <p:nvSpPr>
          <p:cNvPr id="7" name="team-fields">
            <a:extLst xmlns:a="http://schemas.openxmlformats.org/drawingml/2006/main">
              <a:ext uri="{FF2B5EF4-FFF2-40B4-BE49-F238E27FC236}">
                <a16:creationId xmlns:a16="http://schemas.microsoft.com/office/drawing/2014/main" id="{5A596A4E-E284-4CD0-ADEF-2B7C96EBC17C}"/>
              </a:ext>
            </a:extLst>
          </p:cNvPr>
          <p:cNvSpPr>
            <a:spLocks xmlns:a="http://schemas.openxmlformats.org/drawingml/2006/main" noGrp="1"/>
          </p:cNvSpPr>
          <p:nvPr/>
        </p:nvSpPr>
        <p:spPr>
          <a:xfrm xmlns:a="http://schemas.openxmlformats.org/drawingml/2006/main">
            <a:off x="647700" y="59817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979797"/>
                </a:solidFill>
                <a:latin typeface="Work Sans"/>
                <a:ea typeface="Work Sans"/>
                <a:cs typeface="Work Sans"/>
              </a:defRPr>
            </a:defPPr>
            <a:lvl1pPr>
              <a:defRPr sz="1500" b="0">
                <a:solidFill>
                  <a:srgbClr val="979797"/>
                </a:solidFill>
                <a:latin typeface="Work Sans"/>
                <a:ea typeface="Work Sans"/>
                <a:cs typeface="Work Sans"/>
              </a:defRPr>
            </a:lvl1pPr>
            <a:lvl2pPr>
              <a:defRPr sz="1500" b="0">
                <a:solidFill>
                  <a:srgbClr val="979797"/>
                </a:solidFill>
                <a:latin typeface="Work Sans"/>
                <a:ea typeface="Work Sans"/>
                <a:cs typeface="Work Sans"/>
              </a:defRPr>
            </a:lvl2pPr>
            <a:lvl3pPr>
              <a:defRPr sz="1500" b="0">
                <a:solidFill>
                  <a:srgbClr val="979797"/>
                </a:solidFill>
                <a:latin typeface="Work Sans"/>
                <a:ea typeface="Work Sans"/>
                <a:cs typeface="Work Sans"/>
              </a:defRPr>
            </a:lvl3pPr>
            <a:lvl4pPr>
              <a:defRPr sz="1500" b="0">
                <a:solidFill>
                  <a:srgbClr val="979797"/>
                </a:solidFill>
                <a:latin typeface="Work Sans"/>
                <a:ea typeface="Work Sans"/>
                <a:cs typeface="Work Sans"/>
              </a:defRPr>
            </a:lvl4pPr>
            <a:lvl5pPr>
              <a:defRPr sz="1500" b="0">
                <a:solidFill>
                  <a:srgbClr val="979797"/>
                </a:solidFill>
                <a:latin typeface="Work Sans"/>
                <a:ea typeface="Work Sans"/>
                <a:cs typeface="Work Sans"/>
              </a:defRPr>
            </a:lvl5pPr>
            <a:lvl6pPr>
              <a:defRPr sz="1500" b="0">
                <a:solidFill>
                  <a:srgbClr val="979797"/>
                </a:solidFill>
                <a:latin typeface="Work Sans"/>
                <a:ea typeface="Work Sans"/>
                <a:cs typeface="Work Sans"/>
              </a:defRPr>
            </a:lvl6pPr>
            <a:lvl7pPr>
              <a:defRPr sz="1500" b="0">
                <a:solidFill>
                  <a:srgbClr val="979797"/>
                </a:solidFill>
                <a:latin typeface="Work Sans"/>
                <a:ea typeface="Work Sans"/>
                <a:cs typeface="Work Sans"/>
              </a:defRPr>
            </a:lvl7pPr>
            <a:lvl8pPr>
              <a:defRPr sz="1500" b="0">
                <a:solidFill>
                  <a:srgbClr val="979797"/>
                </a:solidFill>
                <a:latin typeface="Work Sans"/>
                <a:ea typeface="Work Sans"/>
                <a:cs typeface="Work Sans"/>
              </a:defRPr>
            </a:lvl8pPr>
            <a:lvl9pPr>
              <a:defRPr sz="1500" b="0">
                <a:solidFill>
                  <a:srgbClr val="979797"/>
                </a:solidFill>
                <a:latin typeface="Work Sans"/>
                <a:ea typeface="Work Sans"/>
                <a:cs typeface="Work Sans"/>
              </a:defRPr>
            </a:lvl9pPr>
          </a:lstStyle>
          <a:p xmlns:a="http://schemas.openxmlformats.org/drawingml/2006/main">
            <a:pPr>
              <a:defRPr sz="1500" b="0">
                <a:solidFill>
                  <a:srgbClr val="979797"/>
                </a:solidFill>
                <a:latin typeface="Work Sans"/>
                <a:ea typeface="Work Sans"/>
                <a:cs typeface="Work Sans"/>
              </a:defRPr>
            </a:pPr>
            <a:r>
              <a:rPr sz="1500" b="0">
                <a:solidFill>
                  <a:srgbClr val="979797"/>
                </a:solidFill>
                <a:latin typeface="Work Sans"/>
                <a:ea typeface="Work Sans"/>
                <a:cs typeface="Work Sans"/>
              </a:rPr>
              <a:t>builders.io   /   Aanya Mahajan &amp; Devbrat Nayak</a:t>
            </a:r>
          </a:p>
          <a:p xmlns:a="http://schemas.openxmlformats.org/drawingml/2006/main">
            <a:pPr>
              <a:defRPr sz="1500" b="0">
                <a:solidFill>
                  <a:srgbClr val="979797"/>
                </a:solidFill>
                <a:latin typeface="Work Sans"/>
                <a:ea typeface="Work Sans"/>
                <a:cs typeface="Work Sans"/>
              </a:defRPr>
            </a:pPr>
            <a:r>
              <a:rPr sz="1500" b="0">
                <a:solidFill>
                  <a:srgbClr val="979797"/>
                </a:solidFill>
                <a:latin typeface="Work Sans"/>
                <a:ea typeface="Work Sans"/>
                <a:cs typeface="Work Sans"/>
              </a:rPr>
              <a:t>Jaypee Institute of Information Technology</a:t>
            </a:r>
          </a:p>
        </p:txBody>
      </p:sp>
      <p:pic>
        <p:nvPicPr>
          <p:cNvPr id="8" name="">
            <a:extLst xmlns:a="http://schemas.openxmlformats.org/drawingml/2006/main">
              <a:ext uri="{FF2B5EF4-FFF2-40B4-BE49-F238E27FC236}">
                <a16:creationId xmlns:a16="http://schemas.microsoft.com/office/drawing/2014/main" id="{C4A40699-D9F8-4675-A7EE-85DB0705BE23}"/>
              </a:ext>
            </a:extLst>
          </p:cNvPr>
          <p:cNvPicPr>
            <a:picLocks xmlns:a="http://schemas.openxmlformats.org/drawingml/2006/main" noChangeAspect="1"/>
          </p:cNvPicPr>
          <p:nvPr/>
        </p:nvPicPr>
        <p:blipFill>
          <a:blip xmlns:r="http://schemas.openxmlformats.org/officeDocument/2006/relationships" xmlns:a="http://schemas.openxmlformats.org/drawingml/2006/main" r:embed="R7a173cbe8500428d"/>
          <a:stretch xmlns:a="http://schemas.openxmlformats.org/drawingml/2006/main"/>
        </p:blipFill>
        <p:spPr>
          <a:xfrm xmlns:a="http://schemas.openxmlformats.org/drawingml/2006/main">
            <a:off x="9248775" y="469044"/>
            <a:ext cx="2314575" cy="300161"/>
          </a:xfrm>
          <a:prstGeom xmlns:a="http://schemas.openxmlformats.org/drawingml/2006/main" prst="rect">
            <a:avLst/>
          </a:prstGeom>
        </p:spPr>
      </p:pic>
      <p:sp>
        <p:nvSpPr>
          <p:cNvPr id="9" name="cover-track">
            <a:extLst xmlns:a="http://schemas.openxmlformats.org/drawingml/2006/main">
              <a:ext uri="{FF2B5EF4-FFF2-40B4-BE49-F238E27FC236}">
                <a16:creationId xmlns:a16="http://schemas.microsoft.com/office/drawing/2014/main" id="{23A4969B-460F-4111-867B-1B5F914F5396}"/>
              </a:ext>
            </a:extLst>
          </p:cNvPr>
          <p:cNvSpPr>
            <a:spLocks xmlns:a="http://schemas.openxmlformats.org/drawingml/2006/main" noGrp="1"/>
          </p:cNvSpPr>
          <p:nvPr/>
        </p:nvSpPr>
        <p:spPr>
          <a:xfrm xmlns:a="http://schemas.openxmlformats.org/drawingml/2006/main">
            <a:off x="6096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1">
                <a:solidFill>
                  <a:srgbClr val="FFFFFF"/>
                </a:solidFill>
                <a:latin typeface="Work Sans"/>
                <a:ea typeface="Work Sans"/>
                <a:cs typeface="Work Sans"/>
              </a:defRPr>
            </a:defPPr>
            <a:lvl1pPr>
              <a:defRPr sz="1350" b="1">
                <a:solidFill>
                  <a:srgbClr val="FFFFFF"/>
                </a:solidFill>
                <a:latin typeface="Work Sans"/>
                <a:ea typeface="Work Sans"/>
                <a:cs typeface="Work Sans"/>
              </a:defRPr>
            </a:lvl1pPr>
            <a:lvl2pPr>
              <a:defRPr sz="1350" b="1">
                <a:solidFill>
                  <a:srgbClr val="FFFFFF"/>
                </a:solidFill>
                <a:latin typeface="Work Sans"/>
                <a:ea typeface="Work Sans"/>
                <a:cs typeface="Work Sans"/>
              </a:defRPr>
            </a:lvl2pPr>
            <a:lvl3pPr>
              <a:defRPr sz="1350" b="1">
                <a:solidFill>
                  <a:srgbClr val="FFFFFF"/>
                </a:solidFill>
                <a:latin typeface="Work Sans"/>
                <a:ea typeface="Work Sans"/>
                <a:cs typeface="Work Sans"/>
              </a:defRPr>
            </a:lvl3pPr>
            <a:lvl4pPr>
              <a:defRPr sz="1350" b="1">
                <a:solidFill>
                  <a:srgbClr val="FFFFFF"/>
                </a:solidFill>
                <a:latin typeface="Work Sans"/>
                <a:ea typeface="Work Sans"/>
                <a:cs typeface="Work Sans"/>
              </a:defRPr>
            </a:lvl4pPr>
            <a:lvl5pPr>
              <a:defRPr sz="1350" b="1">
                <a:solidFill>
                  <a:srgbClr val="FFFFFF"/>
                </a:solidFill>
                <a:latin typeface="Work Sans"/>
                <a:ea typeface="Work Sans"/>
                <a:cs typeface="Work Sans"/>
              </a:defRPr>
            </a:lvl5pPr>
            <a:lvl6pPr>
              <a:defRPr sz="1350" b="1">
                <a:solidFill>
                  <a:srgbClr val="FFFFFF"/>
                </a:solidFill>
                <a:latin typeface="Work Sans"/>
                <a:ea typeface="Work Sans"/>
                <a:cs typeface="Work Sans"/>
              </a:defRPr>
            </a:lvl6pPr>
            <a:lvl7pPr>
              <a:defRPr sz="1350" b="1">
                <a:solidFill>
                  <a:srgbClr val="FFFFFF"/>
                </a:solidFill>
                <a:latin typeface="Work Sans"/>
                <a:ea typeface="Work Sans"/>
                <a:cs typeface="Work Sans"/>
              </a:defRPr>
            </a:lvl7pPr>
            <a:lvl8pPr>
              <a:defRPr sz="1350" b="1">
                <a:solidFill>
                  <a:srgbClr val="FFFFFF"/>
                </a:solidFill>
                <a:latin typeface="Work Sans"/>
                <a:ea typeface="Work Sans"/>
                <a:cs typeface="Work Sans"/>
              </a:defRPr>
            </a:lvl8pPr>
            <a:lvl9pPr>
              <a:defRPr sz="1350" b="1">
                <a:solidFill>
                  <a:srgbClr val="FFFFFF"/>
                </a:solidFill>
                <a:latin typeface="Work Sans"/>
                <a:ea typeface="Work Sans"/>
                <a:cs typeface="Work Sans"/>
              </a:defRPr>
            </a:lvl9pPr>
          </a:lstStyle>
          <a:p xmlns:a="http://schemas.openxmlformats.org/drawingml/2006/main">
            <a:pPr>
              <a:defRPr sz="1350" b="1">
                <a:solidFill>
                  <a:srgbClr val="FFFFFF"/>
                </a:solidFill>
                <a:latin typeface="Work Sans"/>
                <a:ea typeface="Work Sans"/>
                <a:cs typeface="Work Sans"/>
              </a:defRPr>
            </a:pPr>
            <a:r>
              <a:rPr sz="1350" b="1">
                <a:solidFill>
                  <a:srgbClr val="FFFFFF"/>
                </a:solidFill>
                <a:latin typeface="Work Sans"/>
                <a:ea typeface="Work Sans"/>
                <a:cs typeface="Work Sans"/>
              </a:rPr>
              <a:t>BUILD ARENA / ELEVENLABS TRACK</a:t>
            </a:r>
          </a:p>
        </p:txBody>
      </p:sp>
    </p:spTree>
    <p:extLst>
      <p:ext uri="{BB962C8B-B14F-4D97-AF65-F5344CB8AC3E}">
        <p14:creationId xmlns:p14="http://schemas.microsoft.com/office/powerpoint/2010/main" val="1522760786"/>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section">
            <a:extLst xmlns:a="http://schemas.openxmlformats.org/drawingml/2006/main">
              <a:ext uri="{FF2B5EF4-FFF2-40B4-BE49-F238E27FC236}">
                <a16:creationId xmlns:a16="http://schemas.microsoft.com/office/drawing/2014/main" id="{9BEC2432-648D-43A8-AE92-B426BC42735B}"/>
              </a:ext>
            </a:extLst>
          </p:cNvPr>
          <p:cNvSpPr>
            <a:spLocks xmlns:a="http://schemas.openxmlformats.org/drawingml/2006/main" noGrp="1"/>
          </p:cNvSpPr>
          <p:nvPr/>
        </p:nvSpPr>
        <p:spPr>
          <a:xfrm xmlns:a="http://schemas.openxmlformats.org/drawingml/2006/main">
            <a:off x="609600" y="40005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1">
                <a:solidFill>
                  <a:srgbClr val="111111"/>
                </a:solidFill>
                <a:latin typeface="Work Sans"/>
                <a:ea typeface="Work Sans"/>
                <a:cs typeface="Work Sans"/>
              </a:defRPr>
            </a:defPPr>
            <a:lvl1pPr>
              <a:defRPr sz="1350" b="1">
                <a:solidFill>
                  <a:srgbClr val="111111"/>
                </a:solidFill>
                <a:latin typeface="Work Sans"/>
                <a:ea typeface="Work Sans"/>
                <a:cs typeface="Work Sans"/>
              </a:defRPr>
            </a:lvl1pPr>
            <a:lvl2pPr>
              <a:defRPr sz="1350" b="1">
                <a:solidFill>
                  <a:srgbClr val="111111"/>
                </a:solidFill>
                <a:latin typeface="Work Sans"/>
                <a:ea typeface="Work Sans"/>
                <a:cs typeface="Work Sans"/>
              </a:defRPr>
            </a:lvl2pPr>
            <a:lvl3pPr>
              <a:defRPr sz="1350" b="1">
                <a:solidFill>
                  <a:srgbClr val="111111"/>
                </a:solidFill>
                <a:latin typeface="Work Sans"/>
                <a:ea typeface="Work Sans"/>
                <a:cs typeface="Work Sans"/>
              </a:defRPr>
            </a:lvl3pPr>
            <a:lvl4pPr>
              <a:defRPr sz="1350" b="1">
                <a:solidFill>
                  <a:srgbClr val="111111"/>
                </a:solidFill>
                <a:latin typeface="Work Sans"/>
                <a:ea typeface="Work Sans"/>
                <a:cs typeface="Work Sans"/>
              </a:defRPr>
            </a:lvl4pPr>
            <a:lvl5pPr>
              <a:defRPr sz="1350" b="1">
                <a:solidFill>
                  <a:srgbClr val="111111"/>
                </a:solidFill>
                <a:latin typeface="Work Sans"/>
                <a:ea typeface="Work Sans"/>
                <a:cs typeface="Work Sans"/>
              </a:defRPr>
            </a:lvl5pPr>
            <a:lvl6pPr>
              <a:defRPr sz="1350" b="1">
                <a:solidFill>
                  <a:srgbClr val="111111"/>
                </a:solidFill>
                <a:latin typeface="Work Sans"/>
                <a:ea typeface="Work Sans"/>
                <a:cs typeface="Work Sans"/>
              </a:defRPr>
            </a:lvl6pPr>
            <a:lvl7pPr>
              <a:defRPr sz="1350" b="1">
                <a:solidFill>
                  <a:srgbClr val="111111"/>
                </a:solidFill>
                <a:latin typeface="Work Sans"/>
                <a:ea typeface="Work Sans"/>
                <a:cs typeface="Work Sans"/>
              </a:defRPr>
            </a:lvl7pPr>
            <a:lvl8pPr>
              <a:defRPr sz="1350" b="1">
                <a:solidFill>
                  <a:srgbClr val="111111"/>
                </a:solidFill>
                <a:latin typeface="Work Sans"/>
                <a:ea typeface="Work Sans"/>
                <a:cs typeface="Work Sans"/>
              </a:defRPr>
            </a:lvl8pPr>
            <a:lvl9pPr>
              <a:defRPr sz="1350" b="1">
                <a:solidFill>
                  <a:srgbClr val="111111"/>
                </a:solidFill>
                <a:latin typeface="Work Sans"/>
                <a:ea typeface="Work Sans"/>
                <a:cs typeface="Work Sans"/>
              </a:defRPr>
            </a:lvl9pPr>
          </a:lstStyle>
          <a:p xmlns:a="http://schemas.openxmlformats.org/drawingml/2006/main">
            <a:pPr>
              <a:defRPr sz="1350" b="1">
                <a:solidFill>
                  <a:srgbClr val="111111"/>
                </a:solidFill>
                <a:latin typeface="Work Sans"/>
                <a:ea typeface="Work Sans"/>
                <a:cs typeface="Work Sans"/>
              </a:defRPr>
            </a:pPr>
            <a:r>
              <a:rPr sz="1350" b="1">
                <a:solidFill>
                  <a:srgbClr val="111111"/>
                </a:solidFill>
                <a:latin typeface="Work Sans"/>
                <a:ea typeface="Work Sans"/>
                <a:cs typeface="Work Sans"/>
              </a:rPr>
              <a:t>PROBLEM + EXISTING GAP</a:t>
            </a:r>
          </a:p>
        </p:txBody>
      </p:sp>
      <p:sp>
        <p:nvSpPr>
          <p:cNvPr id="3" name="slide-number">
            <a:extLst xmlns:a="http://schemas.openxmlformats.org/drawingml/2006/main">
              <a:ext uri="{FF2B5EF4-FFF2-40B4-BE49-F238E27FC236}">
                <a16:creationId xmlns:a16="http://schemas.microsoft.com/office/drawing/2014/main" id="{74F5AFA0-C5AB-49A8-AB8E-85157237AB3C}"/>
              </a:ext>
            </a:extLst>
          </p:cNvPr>
          <p:cNvSpPr>
            <a:spLocks xmlns:a="http://schemas.openxmlformats.org/drawingml/2006/main" noGrp="1"/>
          </p:cNvSpPr>
          <p:nvPr/>
        </p:nvSpPr>
        <p:spPr>
          <a:xfrm xmlns:a="http://schemas.openxmlformats.org/drawingml/2006/main">
            <a:off x="11182350" y="63341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0">
                <a:solidFill>
                  <a:srgbClr val="6B6B6B"/>
                </a:solidFill>
                <a:latin typeface="Work Sans"/>
                <a:ea typeface="Work Sans"/>
                <a:cs typeface="Work Sans"/>
              </a:defRPr>
            </a:defPPr>
            <a:lvl1pPr>
              <a:defRPr sz="1275" b="0">
                <a:solidFill>
                  <a:srgbClr val="6B6B6B"/>
                </a:solidFill>
                <a:latin typeface="Work Sans"/>
                <a:ea typeface="Work Sans"/>
                <a:cs typeface="Work Sans"/>
              </a:defRPr>
            </a:lvl1pPr>
            <a:lvl2pPr>
              <a:defRPr sz="1275" b="0">
                <a:solidFill>
                  <a:srgbClr val="6B6B6B"/>
                </a:solidFill>
                <a:latin typeface="Work Sans"/>
                <a:ea typeface="Work Sans"/>
                <a:cs typeface="Work Sans"/>
              </a:defRPr>
            </a:lvl2pPr>
            <a:lvl3pPr>
              <a:defRPr sz="1275" b="0">
                <a:solidFill>
                  <a:srgbClr val="6B6B6B"/>
                </a:solidFill>
                <a:latin typeface="Work Sans"/>
                <a:ea typeface="Work Sans"/>
                <a:cs typeface="Work Sans"/>
              </a:defRPr>
            </a:lvl3pPr>
            <a:lvl4pPr>
              <a:defRPr sz="1275" b="0">
                <a:solidFill>
                  <a:srgbClr val="6B6B6B"/>
                </a:solidFill>
                <a:latin typeface="Work Sans"/>
                <a:ea typeface="Work Sans"/>
                <a:cs typeface="Work Sans"/>
              </a:defRPr>
            </a:lvl4pPr>
            <a:lvl5pPr>
              <a:defRPr sz="1275" b="0">
                <a:solidFill>
                  <a:srgbClr val="6B6B6B"/>
                </a:solidFill>
                <a:latin typeface="Work Sans"/>
                <a:ea typeface="Work Sans"/>
                <a:cs typeface="Work Sans"/>
              </a:defRPr>
            </a:lvl5pPr>
            <a:lvl6pPr>
              <a:defRPr sz="1275" b="0">
                <a:solidFill>
                  <a:srgbClr val="6B6B6B"/>
                </a:solidFill>
                <a:latin typeface="Work Sans"/>
                <a:ea typeface="Work Sans"/>
                <a:cs typeface="Work Sans"/>
              </a:defRPr>
            </a:lvl6pPr>
            <a:lvl7pPr>
              <a:defRPr sz="1275" b="0">
                <a:solidFill>
                  <a:srgbClr val="6B6B6B"/>
                </a:solidFill>
                <a:latin typeface="Work Sans"/>
                <a:ea typeface="Work Sans"/>
                <a:cs typeface="Work Sans"/>
              </a:defRPr>
            </a:lvl7pPr>
            <a:lvl8pPr>
              <a:defRPr sz="1275" b="0">
                <a:solidFill>
                  <a:srgbClr val="6B6B6B"/>
                </a:solidFill>
                <a:latin typeface="Work Sans"/>
                <a:ea typeface="Work Sans"/>
                <a:cs typeface="Work Sans"/>
              </a:defRPr>
            </a:lvl8pPr>
            <a:lvl9pPr>
              <a:defRPr sz="1275" b="0">
                <a:solidFill>
                  <a:srgbClr val="6B6B6B"/>
                </a:solidFill>
                <a:latin typeface="Work Sans"/>
                <a:ea typeface="Work Sans"/>
                <a:cs typeface="Work Sans"/>
              </a:defRPr>
            </a:lvl9pPr>
          </a:lstStyle>
          <a:p xmlns:a="http://schemas.openxmlformats.org/drawingml/2006/main">
            <a:pPr>
              <a:defRPr sz="1275" b="0">
                <a:solidFill>
                  <a:srgbClr val="6B6B6B"/>
                </a:solidFill>
                <a:latin typeface="Work Sans"/>
                <a:ea typeface="Work Sans"/>
                <a:cs typeface="Work Sans"/>
              </a:defRPr>
            </a:pPr>
            <a:r>
              <a:rPr sz="1275" b="0">
                <a:solidFill>
                  <a:srgbClr val="6B6B6B"/>
                </a:solidFill>
                <a:latin typeface="Work Sans"/>
                <a:ea typeface="Work Sans"/>
                <a:cs typeface="Work Sans"/>
              </a:rPr>
              <a:t>02</a:t>
            </a:r>
          </a:p>
        </p:txBody>
      </p:sp>
      <p:sp>
        <p:nvSpPr>
          <p:cNvPr id="4" name="headline-dark">
            <a:extLst xmlns:a="http://schemas.openxmlformats.org/drawingml/2006/main">
              <a:ext uri="{FF2B5EF4-FFF2-40B4-BE49-F238E27FC236}">
                <a16:creationId xmlns:a16="http://schemas.microsoft.com/office/drawing/2014/main" id="{106722E5-0C65-40FC-BF9B-6D602F59DD4C}"/>
              </a:ext>
            </a:extLst>
          </p:cNvPr>
          <p:cNvSpPr>
            <a:spLocks xmlns:a="http://schemas.openxmlformats.org/drawingml/2006/main" noGrp="1"/>
          </p:cNvSpPr>
          <p:nvPr/>
        </p:nvSpPr>
        <p:spPr>
          <a:xfrm xmlns:a="http://schemas.openxmlformats.org/drawingml/2006/main">
            <a:off x="609600" y="12382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950" b="1">
                <a:solidFill>
                  <a:srgbClr val="111111"/>
                </a:solidFill>
                <a:latin typeface="Work Sans"/>
                <a:ea typeface="Work Sans"/>
                <a:cs typeface="Work Sans"/>
              </a:defRPr>
            </a:defPPr>
            <a:lvl1pPr>
              <a:defRPr sz="4950" b="1">
                <a:solidFill>
                  <a:srgbClr val="111111"/>
                </a:solidFill>
                <a:latin typeface="Work Sans"/>
                <a:ea typeface="Work Sans"/>
                <a:cs typeface="Work Sans"/>
              </a:defRPr>
            </a:lvl1pPr>
            <a:lvl2pPr>
              <a:defRPr sz="4950" b="1">
                <a:solidFill>
                  <a:srgbClr val="111111"/>
                </a:solidFill>
                <a:latin typeface="Work Sans"/>
                <a:ea typeface="Work Sans"/>
                <a:cs typeface="Work Sans"/>
              </a:defRPr>
            </a:lvl2pPr>
            <a:lvl3pPr>
              <a:defRPr sz="4950" b="1">
                <a:solidFill>
                  <a:srgbClr val="111111"/>
                </a:solidFill>
                <a:latin typeface="Work Sans"/>
                <a:ea typeface="Work Sans"/>
                <a:cs typeface="Work Sans"/>
              </a:defRPr>
            </a:lvl3pPr>
            <a:lvl4pPr>
              <a:defRPr sz="4950" b="1">
                <a:solidFill>
                  <a:srgbClr val="111111"/>
                </a:solidFill>
                <a:latin typeface="Work Sans"/>
                <a:ea typeface="Work Sans"/>
                <a:cs typeface="Work Sans"/>
              </a:defRPr>
            </a:lvl4pPr>
            <a:lvl5pPr>
              <a:defRPr sz="4950" b="1">
                <a:solidFill>
                  <a:srgbClr val="111111"/>
                </a:solidFill>
                <a:latin typeface="Work Sans"/>
                <a:ea typeface="Work Sans"/>
                <a:cs typeface="Work Sans"/>
              </a:defRPr>
            </a:lvl5pPr>
            <a:lvl6pPr>
              <a:defRPr sz="4950" b="1">
                <a:solidFill>
                  <a:srgbClr val="111111"/>
                </a:solidFill>
                <a:latin typeface="Work Sans"/>
                <a:ea typeface="Work Sans"/>
                <a:cs typeface="Work Sans"/>
              </a:defRPr>
            </a:lvl6pPr>
            <a:lvl7pPr>
              <a:defRPr sz="4950" b="1">
                <a:solidFill>
                  <a:srgbClr val="111111"/>
                </a:solidFill>
                <a:latin typeface="Work Sans"/>
                <a:ea typeface="Work Sans"/>
                <a:cs typeface="Work Sans"/>
              </a:defRPr>
            </a:lvl7pPr>
            <a:lvl8pPr>
              <a:defRPr sz="4950" b="1">
                <a:solidFill>
                  <a:srgbClr val="111111"/>
                </a:solidFill>
                <a:latin typeface="Work Sans"/>
                <a:ea typeface="Work Sans"/>
                <a:cs typeface="Work Sans"/>
              </a:defRPr>
            </a:lvl8pPr>
            <a:lvl9pPr>
              <a:defRPr sz="4950" b="1">
                <a:solidFill>
                  <a:srgbClr val="111111"/>
                </a:solidFill>
                <a:latin typeface="Work Sans"/>
                <a:ea typeface="Work Sans"/>
                <a:cs typeface="Work Sans"/>
              </a:defRPr>
            </a:lvl9pPr>
          </a:lstStyle>
          <a:p xmlns:a="http://schemas.openxmlformats.org/drawingml/2006/main">
            <a:pPr>
              <a:defRPr sz="4950" b="1">
                <a:solidFill>
                  <a:srgbClr val="111111"/>
                </a:solidFill>
                <a:latin typeface="Work Sans"/>
                <a:ea typeface="Work Sans"/>
                <a:cs typeface="Work Sans"/>
              </a:defRPr>
            </a:pPr>
            <a:r>
              <a:rPr sz="4950" b="1">
                <a:solidFill>
                  <a:srgbClr val="111111"/>
                </a:solidFill>
                <a:latin typeface="Work Sans"/>
                <a:ea typeface="Work Sans"/>
                <a:cs typeface="Work Sans"/>
              </a:rPr>
              <a:t>Anyone can describe work.</a:t>
            </a:r>
          </a:p>
        </p:txBody>
      </p:sp>
      <p:sp>
        <p:nvSpPr>
          <p:cNvPr id="5" name="headline-grey">
            <a:extLst xmlns:a="http://schemas.openxmlformats.org/drawingml/2006/main">
              <a:ext uri="{FF2B5EF4-FFF2-40B4-BE49-F238E27FC236}">
                <a16:creationId xmlns:a16="http://schemas.microsoft.com/office/drawing/2014/main" id="{975A3968-D3F0-4F41-8DB7-1A5C6CF8905C}"/>
              </a:ext>
            </a:extLst>
          </p:cNvPr>
          <p:cNvSpPr>
            <a:spLocks xmlns:a="http://schemas.openxmlformats.org/drawingml/2006/main" noGrp="1"/>
          </p:cNvSpPr>
          <p:nvPr/>
        </p:nvSpPr>
        <p:spPr>
          <a:xfrm xmlns:a="http://schemas.openxmlformats.org/drawingml/2006/main">
            <a:off x="609600" y="21336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950" b="1">
                <a:solidFill>
                  <a:srgbClr val="929292"/>
                </a:solidFill>
                <a:latin typeface="Work Sans"/>
                <a:ea typeface="Work Sans"/>
                <a:cs typeface="Work Sans"/>
              </a:defRPr>
            </a:defPPr>
            <a:lvl1pPr>
              <a:defRPr sz="4950" b="1">
                <a:solidFill>
                  <a:srgbClr val="929292"/>
                </a:solidFill>
                <a:latin typeface="Work Sans"/>
                <a:ea typeface="Work Sans"/>
                <a:cs typeface="Work Sans"/>
              </a:defRPr>
            </a:lvl1pPr>
            <a:lvl2pPr>
              <a:defRPr sz="4950" b="1">
                <a:solidFill>
                  <a:srgbClr val="929292"/>
                </a:solidFill>
                <a:latin typeface="Work Sans"/>
                <a:ea typeface="Work Sans"/>
                <a:cs typeface="Work Sans"/>
              </a:defRPr>
            </a:lvl2pPr>
            <a:lvl3pPr>
              <a:defRPr sz="4950" b="1">
                <a:solidFill>
                  <a:srgbClr val="929292"/>
                </a:solidFill>
                <a:latin typeface="Work Sans"/>
                <a:ea typeface="Work Sans"/>
                <a:cs typeface="Work Sans"/>
              </a:defRPr>
            </a:lvl3pPr>
            <a:lvl4pPr>
              <a:defRPr sz="4950" b="1">
                <a:solidFill>
                  <a:srgbClr val="929292"/>
                </a:solidFill>
                <a:latin typeface="Work Sans"/>
                <a:ea typeface="Work Sans"/>
                <a:cs typeface="Work Sans"/>
              </a:defRPr>
            </a:lvl4pPr>
            <a:lvl5pPr>
              <a:defRPr sz="4950" b="1">
                <a:solidFill>
                  <a:srgbClr val="929292"/>
                </a:solidFill>
                <a:latin typeface="Work Sans"/>
                <a:ea typeface="Work Sans"/>
                <a:cs typeface="Work Sans"/>
              </a:defRPr>
            </a:lvl5pPr>
            <a:lvl6pPr>
              <a:defRPr sz="4950" b="1">
                <a:solidFill>
                  <a:srgbClr val="929292"/>
                </a:solidFill>
                <a:latin typeface="Work Sans"/>
                <a:ea typeface="Work Sans"/>
                <a:cs typeface="Work Sans"/>
              </a:defRPr>
            </a:lvl6pPr>
            <a:lvl7pPr>
              <a:defRPr sz="4950" b="1">
                <a:solidFill>
                  <a:srgbClr val="929292"/>
                </a:solidFill>
                <a:latin typeface="Work Sans"/>
                <a:ea typeface="Work Sans"/>
                <a:cs typeface="Work Sans"/>
              </a:defRPr>
            </a:lvl7pPr>
            <a:lvl8pPr>
              <a:defRPr sz="4950" b="1">
                <a:solidFill>
                  <a:srgbClr val="929292"/>
                </a:solidFill>
                <a:latin typeface="Work Sans"/>
                <a:ea typeface="Work Sans"/>
                <a:cs typeface="Work Sans"/>
              </a:defRPr>
            </a:lvl8pPr>
            <a:lvl9pPr>
              <a:defRPr sz="4950" b="1">
                <a:solidFill>
                  <a:srgbClr val="929292"/>
                </a:solidFill>
                <a:latin typeface="Work Sans"/>
                <a:ea typeface="Work Sans"/>
                <a:cs typeface="Work Sans"/>
              </a:defRPr>
            </a:lvl9pPr>
          </a:lstStyle>
          <a:p xmlns:a="http://schemas.openxmlformats.org/drawingml/2006/main">
            <a:pPr>
              <a:defRPr sz="4950" b="1">
                <a:solidFill>
                  <a:srgbClr val="929292"/>
                </a:solidFill>
                <a:latin typeface="Work Sans"/>
                <a:ea typeface="Work Sans"/>
                <a:cs typeface="Work Sans"/>
              </a:defRPr>
            </a:pPr>
            <a:r>
              <a:rPr sz="4950" b="1">
                <a:solidFill>
                  <a:srgbClr val="929292"/>
                </a:solidFill>
                <a:latin typeface="Work Sans"/>
                <a:ea typeface="Work Sans"/>
                <a:cs typeface="Work Sans"/>
              </a:rPr>
              <a:t>Few can build the backend.</a:t>
            </a:r>
          </a:p>
        </p:txBody>
      </p:sp>
      <p:sp>
        <p:nvSpPr>
          <p:cNvPr id="6" name="target-users">
            <a:extLst xmlns:a="http://schemas.openxmlformats.org/drawingml/2006/main">
              <a:ext uri="{FF2B5EF4-FFF2-40B4-BE49-F238E27FC236}">
                <a16:creationId xmlns:a16="http://schemas.microsoft.com/office/drawing/2014/main" id="{25DBDE1B-51AB-4DF8-8902-2DCC5F976350}"/>
              </a:ext>
            </a:extLst>
          </p:cNvPr>
          <p:cNvSpPr>
            <a:spLocks xmlns:a="http://schemas.openxmlformats.org/drawingml/2006/main" noGrp="1"/>
          </p:cNvSpPr>
          <p:nvPr/>
        </p:nvSpPr>
        <p:spPr>
          <a:xfrm xmlns:a="http://schemas.openxmlformats.org/drawingml/2006/main">
            <a:off x="609600" y="34480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11111"/>
                </a:solidFill>
                <a:latin typeface="Work Sans"/>
                <a:ea typeface="Work Sans"/>
                <a:cs typeface="Work Sans"/>
              </a:defRPr>
            </a:defPPr>
            <a:lvl1pPr>
              <a:defRPr sz="1950" b="0">
                <a:solidFill>
                  <a:srgbClr val="111111"/>
                </a:solidFill>
                <a:latin typeface="Work Sans"/>
                <a:ea typeface="Work Sans"/>
                <a:cs typeface="Work Sans"/>
              </a:defRPr>
            </a:lvl1pPr>
            <a:lvl2pPr>
              <a:defRPr sz="1950" b="0">
                <a:solidFill>
                  <a:srgbClr val="111111"/>
                </a:solidFill>
                <a:latin typeface="Work Sans"/>
                <a:ea typeface="Work Sans"/>
                <a:cs typeface="Work Sans"/>
              </a:defRPr>
            </a:lvl2pPr>
            <a:lvl3pPr>
              <a:defRPr sz="1950" b="0">
                <a:solidFill>
                  <a:srgbClr val="111111"/>
                </a:solidFill>
                <a:latin typeface="Work Sans"/>
                <a:ea typeface="Work Sans"/>
                <a:cs typeface="Work Sans"/>
              </a:defRPr>
            </a:lvl3pPr>
            <a:lvl4pPr>
              <a:defRPr sz="1950" b="0">
                <a:solidFill>
                  <a:srgbClr val="111111"/>
                </a:solidFill>
                <a:latin typeface="Work Sans"/>
                <a:ea typeface="Work Sans"/>
                <a:cs typeface="Work Sans"/>
              </a:defRPr>
            </a:lvl4pPr>
            <a:lvl5pPr>
              <a:defRPr sz="1950" b="0">
                <a:solidFill>
                  <a:srgbClr val="111111"/>
                </a:solidFill>
                <a:latin typeface="Work Sans"/>
                <a:ea typeface="Work Sans"/>
                <a:cs typeface="Work Sans"/>
              </a:defRPr>
            </a:lvl5pPr>
            <a:lvl6pPr>
              <a:defRPr sz="1950" b="0">
                <a:solidFill>
                  <a:srgbClr val="111111"/>
                </a:solidFill>
                <a:latin typeface="Work Sans"/>
                <a:ea typeface="Work Sans"/>
                <a:cs typeface="Work Sans"/>
              </a:defRPr>
            </a:lvl6pPr>
            <a:lvl7pPr>
              <a:defRPr sz="1950" b="0">
                <a:solidFill>
                  <a:srgbClr val="111111"/>
                </a:solidFill>
                <a:latin typeface="Work Sans"/>
                <a:ea typeface="Work Sans"/>
                <a:cs typeface="Work Sans"/>
              </a:defRPr>
            </a:lvl7pPr>
            <a:lvl8pPr>
              <a:defRPr sz="1950" b="0">
                <a:solidFill>
                  <a:srgbClr val="111111"/>
                </a:solidFill>
                <a:latin typeface="Work Sans"/>
                <a:ea typeface="Work Sans"/>
                <a:cs typeface="Work Sans"/>
              </a:defRPr>
            </a:lvl8pPr>
            <a:lvl9pPr>
              <a:defRPr sz="1950" b="0">
                <a:solidFill>
                  <a:srgbClr val="111111"/>
                </a:solidFill>
                <a:latin typeface="Work Sans"/>
                <a:ea typeface="Work Sans"/>
                <a:cs typeface="Work Sans"/>
              </a:defRPr>
            </a:lvl9pPr>
          </a:lstStyle>
          <a:p xmlns:a="http://schemas.openxmlformats.org/drawingml/2006/main">
            <a:pPr>
              <a:defRPr sz="1950" b="0">
                <a:solidFill>
                  <a:srgbClr val="111111"/>
                </a:solidFill>
                <a:latin typeface="Work Sans"/>
                <a:ea typeface="Work Sans"/>
                <a:cs typeface="Work Sans"/>
              </a:defRPr>
            </a:pPr>
            <a:r>
              <a:rPr sz="1950" b="0">
                <a:solidFill>
                  <a:srgbClr val="111111"/>
                </a:solidFill>
                <a:latin typeface="Work Sans"/>
                <a:ea typeface="Work Sans"/>
                <a:cs typeface="Work Sans"/>
              </a:rPr>
              <a:t>The missing step: turning an instruction into working execution</a:t>
            </a:r>
          </a:p>
        </p:txBody>
      </p:sp>
      <p:sp>
        <p:nvSpPr>
          <p:cNvPr id="7" name="gap-title-0">
            <a:extLst xmlns:a="http://schemas.openxmlformats.org/drawingml/2006/main">
              <a:ext uri="{FF2B5EF4-FFF2-40B4-BE49-F238E27FC236}">
                <a16:creationId xmlns:a16="http://schemas.microsoft.com/office/drawing/2014/main" id="{97F96F0B-EB6D-4DAD-AF45-8A48FEC44907}"/>
              </a:ext>
            </a:extLst>
          </p:cNvPr>
          <p:cNvSpPr>
            <a:spLocks xmlns:a="http://schemas.openxmlformats.org/drawingml/2006/main" noGrp="1"/>
          </p:cNvSpPr>
          <p:nvPr/>
        </p:nvSpPr>
        <p:spPr>
          <a:xfrm xmlns:a="http://schemas.openxmlformats.org/drawingml/2006/main">
            <a:off x="609600" y="42862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11111"/>
                </a:solidFill>
                <a:latin typeface="Work Sans"/>
                <a:ea typeface="Work Sans"/>
                <a:cs typeface="Work Sans"/>
              </a:defRPr>
            </a:defPPr>
            <a:lvl1pPr>
              <a:defRPr sz="1875" b="0">
                <a:solidFill>
                  <a:srgbClr val="111111"/>
                </a:solidFill>
                <a:latin typeface="Work Sans"/>
                <a:ea typeface="Work Sans"/>
                <a:cs typeface="Work Sans"/>
              </a:defRPr>
            </a:lvl1pPr>
            <a:lvl2pPr>
              <a:defRPr sz="1875" b="0">
                <a:solidFill>
                  <a:srgbClr val="111111"/>
                </a:solidFill>
                <a:latin typeface="Work Sans"/>
                <a:ea typeface="Work Sans"/>
                <a:cs typeface="Work Sans"/>
              </a:defRPr>
            </a:lvl2pPr>
            <a:lvl3pPr>
              <a:defRPr sz="1875" b="0">
                <a:solidFill>
                  <a:srgbClr val="111111"/>
                </a:solidFill>
                <a:latin typeface="Work Sans"/>
                <a:ea typeface="Work Sans"/>
                <a:cs typeface="Work Sans"/>
              </a:defRPr>
            </a:lvl3pPr>
            <a:lvl4pPr>
              <a:defRPr sz="1875" b="0">
                <a:solidFill>
                  <a:srgbClr val="111111"/>
                </a:solidFill>
                <a:latin typeface="Work Sans"/>
                <a:ea typeface="Work Sans"/>
                <a:cs typeface="Work Sans"/>
              </a:defRPr>
            </a:lvl4pPr>
            <a:lvl5pPr>
              <a:defRPr sz="1875" b="0">
                <a:solidFill>
                  <a:srgbClr val="111111"/>
                </a:solidFill>
                <a:latin typeface="Work Sans"/>
                <a:ea typeface="Work Sans"/>
                <a:cs typeface="Work Sans"/>
              </a:defRPr>
            </a:lvl5pPr>
            <a:lvl6pPr>
              <a:defRPr sz="1875" b="0">
                <a:solidFill>
                  <a:srgbClr val="111111"/>
                </a:solidFill>
                <a:latin typeface="Work Sans"/>
                <a:ea typeface="Work Sans"/>
                <a:cs typeface="Work Sans"/>
              </a:defRPr>
            </a:lvl6pPr>
            <a:lvl7pPr>
              <a:defRPr sz="1875" b="0">
                <a:solidFill>
                  <a:srgbClr val="111111"/>
                </a:solidFill>
                <a:latin typeface="Work Sans"/>
                <a:ea typeface="Work Sans"/>
                <a:cs typeface="Work Sans"/>
              </a:defRPr>
            </a:lvl7pPr>
            <a:lvl8pPr>
              <a:defRPr sz="1875" b="0">
                <a:solidFill>
                  <a:srgbClr val="111111"/>
                </a:solidFill>
                <a:latin typeface="Work Sans"/>
                <a:ea typeface="Work Sans"/>
                <a:cs typeface="Work Sans"/>
              </a:defRPr>
            </a:lvl8pPr>
            <a:lvl9pPr>
              <a:defRPr sz="1875" b="0">
                <a:solidFill>
                  <a:srgbClr val="111111"/>
                </a:solidFill>
                <a:latin typeface="Work Sans"/>
                <a:ea typeface="Work Sans"/>
                <a:cs typeface="Work Sans"/>
              </a:defRPr>
            </a:lvl9pPr>
          </a:lstStyle>
          <a:p xmlns:a="http://schemas.openxmlformats.org/drawingml/2006/main">
            <a:pPr>
              <a:defRPr sz="1875" b="0">
                <a:solidFill>
                  <a:srgbClr val="111111"/>
                </a:solidFill>
                <a:latin typeface="Work Sans"/>
                <a:ea typeface="Work Sans"/>
                <a:cs typeface="Work Sans"/>
              </a:defRPr>
            </a:pPr>
            <a:r>
              <a:rPr sz="1875" b="0">
                <a:solidFill>
                  <a:srgbClr val="111111"/>
                </a:solidFill>
                <a:latin typeface="Work Sans"/>
                <a:ea typeface="Work Sans"/>
                <a:cs typeface="Work Sans"/>
              </a:rPr>
              <a:t>Required inputs</a:t>
            </a:r>
          </a:p>
        </p:txBody>
      </p:sp>
      <p:sp>
        <p:nvSpPr>
          <p:cNvPr id="8" name="gap-rule-0">
            <a:extLst xmlns:a="http://schemas.openxmlformats.org/drawingml/2006/main">
              <a:ext uri="{FF2B5EF4-FFF2-40B4-BE49-F238E27FC236}">
                <a16:creationId xmlns:a16="http://schemas.microsoft.com/office/drawing/2014/main" id="{9FD04AAD-A55C-4F70-BFE5-DC3C9D370F68}"/>
              </a:ext>
            </a:extLst>
          </p:cNvPr>
          <p:cNvSpPr>
            <a:spLocks xmlns:a="http://schemas.openxmlformats.org/drawingml/2006/main" noGrp="1"/>
          </p:cNvSpPr>
          <p:nvPr/>
        </p:nvSpPr>
        <p:spPr>
          <a:xfrm xmlns:a="http://schemas.openxmlformats.org/drawingml/2006/main">
            <a:off x="609600" y="4695825"/>
            <a:ext cx="1790700" cy="28575"/>
          </a:xfrm>
          <a:prstGeom xmlns:a="http://schemas.openxmlformats.org/drawingml/2006/main" prst="rect">
            <a:avLst/>
          </a:prstGeom>
          <a:solidFill xmlns:a="http://schemas.openxmlformats.org/drawingml/2006/main">
            <a:srgbClr val="F25037"/>
          </a:solidFill>
          <a:ln xmlns:a="http://schemas.openxmlformats.org/drawingml/2006/main" w="0">
            <a:noFill/>
            <a:prstDash val="solid"/>
          </a:ln>
        </p:spPr>
      </p:sp>
      <p:sp>
        <p:nvSpPr>
          <p:cNvPr id="9" name="gap-body-0">
            <a:extLst xmlns:a="http://schemas.openxmlformats.org/drawingml/2006/main">
              <a:ext uri="{FF2B5EF4-FFF2-40B4-BE49-F238E27FC236}">
                <a16:creationId xmlns:a16="http://schemas.microsoft.com/office/drawing/2014/main" id="{A1D0110D-28D1-4804-BC71-BC2BA32EAB92}"/>
              </a:ext>
            </a:extLst>
          </p:cNvPr>
          <p:cNvSpPr>
            <a:spLocks xmlns:a="http://schemas.openxmlformats.org/drawingml/2006/main" noGrp="1"/>
          </p:cNvSpPr>
          <p:nvPr/>
        </p:nvSpPr>
        <p:spPr>
          <a:xfrm xmlns:a="http://schemas.openxmlformats.org/drawingml/2006/main">
            <a:off x="609600" y="5000625"/>
            <a:ext cx="3333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646464"/>
                </a:solidFill>
                <a:latin typeface="Work Sans"/>
                <a:ea typeface="Work Sans"/>
                <a:cs typeface="Work Sans"/>
              </a:defRPr>
            </a:defPPr>
            <a:lvl1pPr>
              <a:defRPr sz="1725" b="0">
                <a:solidFill>
                  <a:srgbClr val="646464"/>
                </a:solidFill>
                <a:latin typeface="Work Sans"/>
                <a:ea typeface="Work Sans"/>
                <a:cs typeface="Work Sans"/>
              </a:defRPr>
            </a:lvl1pPr>
            <a:lvl2pPr>
              <a:defRPr sz="1725" b="0">
                <a:solidFill>
                  <a:srgbClr val="646464"/>
                </a:solidFill>
                <a:latin typeface="Work Sans"/>
                <a:ea typeface="Work Sans"/>
                <a:cs typeface="Work Sans"/>
              </a:defRPr>
            </a:lvl2pPr>
            <a:lvl3pPr>
              <a:defRPr sz="1725" b="0">
                <a:solidFill>
                  <a:srgbClr val="646464"/>
                </a:solidFill>
                <a:latin typeface="Work Sans"/>
                <a:ea typeface="Work Sans"/>
                <a:cs typeface="Work Sans"/>
              </a:defRPr>
            </a:lvl3pPr>
            <a:lvl4pPr>
              <a:defRPr sz="1725" b="0">
                <a:solidFill>
                  <a:srgbClr val="646464"/>
                </a:solidFill>
                <a:latin typeface="Work Sans"/>
                <a:ea typeface="Work Sans"/>
                <a:cs typeface="Work Sans"/>
              </a:defRPr>
            </a:lvl4pPr>
            <a:lvl5pPr>
              <a:defRPr sz="1725" b="0">
                <a:solidFill>
                  <a:srgbClr val="646464"/>
                </a:solidFill>
                <a:latin typeface="Work Sans"/>
                <a:ea typeface="Work Sans"/>
                <a:cs typeface="Work Sans"/>
              </a:defRPr>
            </a:lvl5pPr>
            <a:lvl6pPr>
              <a:defRPr sz="1725" b="0">
                <a:solidFill>
                  <a:srgbClr val="646464"/>
                </a:solidFill>
                <a:latin typeface="Work Sans"/>
                <a:ea typeface="Work Sans"/>
                <a:cs typeface="Work Sans"/>
              </a:defRPr>
            </a:lvl6pPr>
            <a:lvl7pPr>
              <a:defRPr sz="1725" b="0">
                <a:solidFill>
                  <a:srgbClr val="646464"/>
                </a:solidFill>
                <a:latin typeface="Work Sans"/>
                <a:ea typeface="Work Sans"/>
                <a:cs typeface="Work Sans"/>
              </a:defRPr>
            </a:lvl7pPr>
            <a:lvl8pPr>
              <a:defRPr sz="1725" b="0">
                <a:solidFill>
                  <a:srgbClr val="646464"/>
                </a:solidFill>
                <a:latin typeface="Work Sans"/>
                <a:ea typeface="Work Sans"/>
                <a:cs typeface="Work Sans"/>
              </a:defRPr>
            </a:lvl8pPr>
            <a:lvl9pPr>
              <a:defRPr sz="1725" b="0">
                <a:solidFill>
                  <a:srgbClr val="646464"/>
                </a:solidFill>
                <a:latin typeface="Work Sans"/>
                <a:ea typeface="Work Sans"/>
                <a:cs typeface="Work Sans"/>
              </a:defRPr>
            </a:lvl9pPr>
          </a:lstStyle>
          <a:p xmlns:a="http://schemas.openxmlformats.org/drawingml/2006/main">
            <a:pPr>
              <a:defRPr sz="1725" b="0">
                <a:solidFill>
                  <a:srgbClr val="646464"/>
                </a:solidFill>
                <a:latin typeface="Work Sans"/>
                <a:ea typeface="Work Sans"/>
                <a:cs typeface="Work Sans"/>
              </a:defRPr>
            </a:pPr>
            <a:r>
              <a:rPr sz="1725" b="0">
                <a:solidFill>
                  <a:srgbClr val="646464"/>
                </a:solidFill>
                <a:latin typeface="Work Sans"/>
                <a:ea typeface="Work Sans"/>
                <a:cs typeface="Work Sans"/>
              </a:rPr>
              <a:t>Each task needs its own data sources, capture methods and context.</a:t>
            </a:r>
          </a:p>
        </p:txBody>
      </p:sp>
      <p:sp>
        <p:nvSpPr>
          <p:cNvPr id="10" name="gap-title-1">
            <a:extLst xmlns:a="http://schemas.openxmlformats.org/drawingml/2006/main">
              <a:ext uri="{FF2B5EF4-FFF2-40B4-BE49-F238E27FC236}">
                <a16:creationId xmlns:a16="http://schemas.microsoft.com/office/drawing/2014/main" id="{6CFE9653-587B-412A-A8D5-C03595977E1A}"/>
              </a:ext>
            </a:extLst>
          </p:cNvPr>
          <p:cNvSpPr>
            <a:spLocks xmlns:a="http://schemas.openxmlformats.org/drawingml/2006/main" noGrp="1"/>
          </p:cNvSpPr>
          <p:nvPr/>
        </p:nvSpPr>
        <p:spPr>
          <a:xfrm xmlns:a="http://schemas.openxmlformats.org/drawingml/2006/main">
            <a:off x="4381500" y="42862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11111"/>
                </a:solidFill>
                <a:latin typeface="Work Sans"/>
                <a:ea typeface="Work Sans"/>
                <a:cs typeface="Work Sans"/>
              </a:defRPr>
            </a:defPPr>
            <a:lvl1pPr>
              <a:defRPr sz="1875" b="0">
                <a:solidFill>
                  <a:srgbClr val="111111"/>
                </a:solidFill>
                <a:latin typeface="Work Sans"/>
                <a:ea typeface="Work Sans"/>
                <a:cs typeface="Work Sans"/>
              </a:defRPr>
            </a:lvl1pPr>
            <a:lvl2pPr>
              <a:defRPr sz="1875" b="0">
                <a:solidFill>
                  <a:srgbClr val="111111"/>
                </a:solidFill>
                <a:latin typeface="Work Sans"/>
                <a:ea typeface="Work Sans"/>
                <a:cs typeface="Work Sans"/>
              </a:defRPr>
            </a:lvl2pPr>
            <a:lvl3pPr>
              <a:defRPr sz="1875" b="0">
                <a:solidFill>
                  <a:srgbClr val="111111"/>
                </a:solidFill>
                <a:latin typeface="Work Sans"/>
                <a:ea typeface="Work Sans"/>
                <a:cs typeface="Work Sans"/>
              </a:defRPr>
            </a:lvl3pPr>
            <a:lvl4pPr>
              <a:defRPr sz="1875" b="0">
                <a:solidFill>
                  <a:srgbClr val="111111"/>
                </a:solidFill>
                <a:latin typeface="Work Sans"/>
                <a:ea typeface="Work Sans"/>
                <a:cs typeface="Work Sans"/>
              </a:defRPr>
            </a:lvl4pPr>
            <a:lvl5pPr>
              <a:defRPr sz="1875" b="0">
                <a:solidFill>
                  <a:srgbClr val="111111"/>
                </a:solidFill>
                <a:latin typeface="Work Sans"/>
                <a:ea typeface="Work Sans"/>
                <a:cs typeface="Work Sans"/>
              </a:defRPr>
            </a:lvl5pPr>
            <a:lvl6pPr>
              <a:defRPr sz="1875" b="0">
                <a:solidFill>
                  <a:srgbClr val="111111"/>
                </a:solidFill>
                <a:latin typeface="Work Sans"/>
                <a:ea typeface="Work Sans"/>
                <a:cs typeface="Work Sans"/>
              </a:defRPr>
            </a:lvl6pPr>
            <a:lvl7pPr>
              <a:defRPr sz="1875" b="0">
                <a:solidFill>
                  <a:srgbClr val="111111"/>
                </a:solidFill>
                <a:latin typeface="Work Sans"/>
                <a:ea typeface="Work Sans"/>
                <a:cs typeface="Work Sans"/>
              </a:defRPr>
            </a:lvl7pPr>
            <a:lvl8pPr>
              <a:defRPr sz="1875" b="0">
                <a:solidFill>
                  <a:srgbClr val="111111"/>
                </a:solidFill>
                <a:latin typeface="Work Sans"/>
                <a:ea typeface="Work Sans"/>
                <a:cs typeface="Work Sans"/>
              </a:defRPr>
            </a:lvl8pPr>
            <a:lvl9pPr>
              <a:defRPr sz="1875" b="0">
                <a:solidFill>
                  <a:srgbClr val="111111"/>
                </a:solidFill>
                <a:latin typeface="Work Sans"/>
                <a:ea typeface="Work Sans"/>
                <a:cs typeface="Work Sans"/>
              </a:defRPr>
            </a:lvl9pPr>
          </a:lstStyle>
          <a:p xmlns:a="http://schemas.openxmlformats.org/drawingml/2006/main">
            <a:pPr>
              <a:defRPr sz="1875" b="0">
                <a:solidFill>
                  <a:srgbClr val="111111"/>
                </a:solidFill>
                <a:latin typeface="Work Sans"/>
                <a:ea typeface="Work Sans"/>
                <a:cs typeface="Work Sans"/>
              </a:defRPr>
            </a:pPr>
            <a:r>
              <a:rPr sz="1875" b="0">
                <a:solidFill>
                  <a:srgbClr val="111111"/>
                </a:solidFill>
                <a:latin typeface="Work Sans"/>
                <a:ea typeface="Work Sans"/>
                <a:cs typeface="Work Sans"/>
              </a:rPr>
              <a:t>Required computation</a:t>
            </a:r>
          </a:p>
        </p:txBody>
      </p:sp>
      <p:sp>
        <p:nvSpPr>
          <p:cNvPr id="11" name="gap-rule-1">
            <a:extLst xmlns:a="http://schemas.openxmlformats.org/drawingml/2006/main">
              <a:ext uri="{FF2B5EF4-FFF2-40B4-BE49-F238E27FC236}">
                <a16:creationId xmlns:a16="http://schemas.microsoft.com/office/drawing/2014/main" id="{6E63704F-A491-4C7C-BF0C-CC365BC2C222}"/>
              </a:ext>
            </a:extLst>
          </p:cNvPr>
          <p:cNvSpPr>
            <a:spLocks xmlns:a="http://schemas.openxmlformats.org/drawingml/2006/main" noGrp="1"/>
          </p:cNvSpPr>
          <p:nvPr/>
        </p:nvSpPr>
        <p:spPr>
          <a:xfrm xmlns:a="http://schemas.openxmlformats.org/drawingml/2006/main">
            <a:off x="4381500" y="4695825"/>
            <a:ext cx="1790700" cy="28575"/>
          </a:xfrm>
          <a:prstGeom xmlns:a="http://schemas.openxmlformats.org/drawingml/2006/main" prst="rect">
            <a:avLst/>
          </a:prstGeom>
          <a:solidFill xmlns:a="http://schemas.openxmlformats.org/drawingml/2006/main">
            <a:srgbClr val="F25037"/>
          </a:solidFill>
          <a:ln xmlns:a="http://schemas.openxmlformats.org/drawingml/2006/main" w="0">
            <a:noFill/>
            <a:prstDash val="solid"/>
          </a:ln>
        </p:spPr>
      </p:sp>
      <p:sp>
        <p:nvSpPr>
          <p:cNvPr id="12" name="gap-body-1">
            <a:extLst xmlns:a="http://schemas.openxmlformats.org/drawingml/2006/main">
              <a:ext uri="{FF2B5EF4-FFF2-40B4-BE49-F238E27FC236}">
                <a16:creationId xmlns:a16="http://schemas.microsoft.com/office/drawing/2014/main" id="{061751DA-A142-4B16-906D-8D9359949E5E}"/>
              </a:ext>
            </a:extLst>
          </p:cNvPr>
          <p:cNvSpPr>
            <a:spLocks xmlns:a="http://schemas.openxmlformats.org/drawingml/2006/main" noGrp="1"/>
          </p:cNvSpPr>
          <p:nvPr/>
        </p:nvSpPr>
        <p:spPr>
          <a:xfrm xmlns:a="http://schemas.openxmlformats.org/drawingml/2006/main">
            <a:off x="4381500" y="5000625"/>
            <a:ext cx="3333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646464"/>
                </a:solidFill>
                <a:latin typeface="Work Sans"/>
                <a:ea typeface="Work Sans"/>
                <a:cs typeface="Work Sans"/>
              </a:defRPr>
            </a:defPPr>
            <a:lvl1pPr>
              <a:defRPr sz="1725" b="0">
                <a:solidFill>
                  <a:srgbClr val="646464"/>
                </a:solidFill>
                <a:latin typeface="Work Sans"/>
                <a:ea typeface="Work Sans"/>
                <a:cs typeface="Work Sans"/>
              </a:defRPr>
            </a:lvl1pPr>
            <a:lvl2pPr>
              <a:defRPr sz="1725" b="0">
                <a:solidFill>
                  <a:srgbClr val="646464"/>
                </a:solidFill>
                <a:latin typeface="Work Sans"/>
                <a:ea typeface="Work Sans"/>
                <a:cs typeface="Work Sans"/>
              </a:defRPr>
            </a:lvl2pPr>
            <a:lvl3pPr>
              <a:defRPr sz="1725" b="0">
                <a:solidFill>
                  <a:srgbClr val="646464"/>
                </a:solidFill>
                <a:latin typeface="Work Sans"/>
                <a:ea typeface="Work Sans"/>
                <a:cs typeface="Work Sans"/>
              </a:defRPr>
            </a:lvl3pPr>
            <a:lvl4pPr>
              <a:defRPr sz="1725" b="0">
                <a:solidFill>
                  <a:srgbClr val="646464"/>
                </a:solidFill>
                <a:latin typeface="Work Sans"/>
                <a:ea typeface="Work Sans"/>
                <a:cs typeface="Work Sans"/>
              </a:defRPr>
            </a:lvl4pPr>
            <a:lvl5pPr>
              <a:defRPr sz="1725" b="0">
                <a:solidFill>
                  <a:srgbClr val="646464"/>
                </a:solidFill>
                <a:latin typeface="Work Sans"/>
                <a:ea typeface="Work Sans"/>
                <a:cs typeface="Work Sans"/>
              </a:defRPr>
            </a:lvl5pPr>
            <a:lvl6pPr>
              <a:defRPr sz="1725" b="0">
                <a:solidFill>
                  <a:srgbClr val="646464"/>
                </a:solidFill>
                <a:latin typeface="Work Sans"/>
                <a:ea typeface="Work Sans"/>
                <a:cs typeface="Work Sans"/>
              </a:defRPr>
            </a:lvl6pPr>
            <a:lvl7pPr>
              <a:defRPr sz="1725" b="0">
                <a:solidFill>
                  <a:srgbClr val="646464"/>
                </a:solidFill>
                <a:latin typeface="Work Sans"/>
                <a:ea typeface="Work Sans"/>
                <a:cs typeface="Work Sans"/>
              </a:defRPr>
            </a:lvl7pPr>
            <a:lvl8pPr>
              <a:defRPr sz="1725" b="0">
                <a:solidFill>
                  <a:srgbClr val="646464"/>
                </a:solidFill>
                <a:latin typeface="Work Sans"/>
                <a:ea typeface="Work Sans"/>
                <a:cs typeface="Work Sans"/>
              </a:defRPr>
            </a:lvl8pPr>
            <a:lvl9pPr>
              <a:defRPr sz="1725" b="0">
                <a:solidFill>
                  <a:srgbClr val="646464"/>
                </a:solidFill>
                <a:latin typeface="Work Sans"/>
                <a:ea typeface="Work Sans"/>
                <a:cs typeface="Work Sans"/>
              </a:defRPr>
            </a:lvl9pPr>
          </a:lstStyle>
          <a:p xmlns:a="http://schemas.openxmlformats.org/drawingml/2006/main">
            <a:pPr>
              <a:defRPr sz="1725" b="0">
                <a:solidFill>
                  <a:srgbClr val="646464"/>
                </a:solidFill>
                <a:latin typeface="Work Sans"/>
                <a:ea typeface="Work Sans"/>
                <a:cs typeface="Work Sans"/>
              </a:defRPr>
            </a:pPr>
            <a:r>
              <a:rPr sz="1725" b="0">
                <a:solidFill>
                  <a:srgbClr val="646464"/>
                </a:solidFill>
                <a:latin typeface="Work Sans"/>
                <a:ea typeface="Work Sans"/>
                <a:cs typeface="Work Sans"/>
              </a:rPr>
              <a:t>The system must identify algorithms, calculations and decision rules.</a:t>
            </a:r>
          </a:p>
        </p:txBody>
      </p:sp>
      <p:sp>
        <p:nvSpPr>
          <p:cNvPr id="13" name="gap-title-2">
            <a:extLst xmlns:a="http://schemas.openxmlformats.org/drawingml/2006/main">
              <a:ext uri="{FF2B5EF4-FFF2-40B4-BE49-F238E27FC236}">
                <a16:creationId xmlns:a16="http://schemas.microsoft.com/office/drawing/2014/main" id="{58CA54E0-E0E6-4021-85CB-1CA8F20797B5}"/>
              </a:ext>
            </a:extLst>
          </p:cNvPr>
          <p:cNvSpPr>
            <a:spLocks xmlns:a="http://schemas.openxmlformats.org/drawingml/2006/main" noGrp="1"/>
          </p:cNvSpPr>
          <p:nvPr/>
        </p:nvSpPr>
        <p:spPr>
          <a:xfrm xmlns:a="http://schemas.openxmlformats.org/drawingml/2006/main">
            <a:off x="8153400" y="42862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11111"/>
                </a:solidFill>
                <a:latin typeface="Work Sans"/>
                <a:ea typeface="Work Sans"/>
                <a:cs typeface="Work Sans"/>
              </a:defRPr>
            </a:defPPr>
            <a:lvl1pPr>
              <a:defRPr sz="1875" b="0">
                <a:solidFill>
                  <a:srgbClr val="111111"/>
                </a:solidFill>
                <a:latin typeface="Work Sans"/>
                <a:ea typeface="Work Sans"/>
                <a:cs typeface="Work Sans"/>
              </a:defRPr>
            </a:lvl1pPr>
            <a:lvl2pPr>
              <a:defRPr sz="1875" b="0">
                <a:solidFill>
                  <a:srgbClr val="111111"/>
                </a:solidFill>
                <a:latin typeface="Work Sans"/>
                <a:ea typeface="Work Sans"/>
                <a:cs typeface="Work Sans"/>
              </a:defRPr>
            </a:lvl2pPr>
            <a:lvl3pPr>
              <a:defRPr sz="1875" b="0">
                <a:solidFill>
                  <a:srgbClr val="111111"/>
                </a:solidFill>
                <a:latin typeface="Work Sans"/>
                <a:ea typeface="Work Sans"/>
                <a:cs typeface="Work Sans"/>
              </a:defRPr>
            </a:lvl3pPr>
            <a:lvl4pPr>
              <a:defRPr sz="1875" b="0">
                <a:solidFill>
                  <a:srgbClr val="111111"/>
                </a:solidFill>
                <a:latin typeface="Work Sans"/>
                <a:ea typeface="Work Sans"/>
                <a:cs typeface="Work Sans"/>
              </a:defRPr>
            </a:lvl4pPr>
            <a:lvl5pPr>
              <a:defRPr sz="1875" b="0">
                <a:solidFill>
                  <a:srgbClr val="111111"/>
                </a:solidFill>
                <a:latin typeface="Work Sans"/>
                <a:ea typeface="Work Sans"/>
                <a:cs typeface="Work Sans"/>
              </a:defRPr>
            </a:lvl5pPr>
            <a:lvl6pPr>
              <a:defRPr sz="1875" b="0">
                <a:solidFill>
                  <a:srgbClr val="111111"/>
                </a:solidFill>
                <a:latin typeface="Work Sans"/>
                <a:ea typeface="Work Sans"/>
                <a:cs typeface="Work Sans"/>
              </a:defRPr>
            </a:lvl6pPr>
            <a:lvl7pPr>
              <a:defRPr sz="1875" b="0">
                <a:solidFill>
                  <a:srgbClr val="111111"/>
                </a:solidFill>
                <a:latin typeface="Work Sans"/>
                <a:ea typeface="Work Sans"/>
                <a:cs typeface="Work Sans"/>
              </a:defRPr>
            </a:lvl7pPr>
            <a:lvl8pPr>
              <a:defRPr sz="1875" b="0">
                <a:solidFill>
                  <a:srgbClr val="111111"/>
                </a:solidFill>
                <a:latin typeface="Work Sans"/>
                <a:ea typeface="Work Sans"/>
                <a:cs typeface="Work Sans"/>
              </a:defRPr>
            </a:lvl8pPr>
            <a:lvl9pPr>
              <a:defRPr sz="1875" b="0">
                <a:solidFill>
                  <a:srgbClr val="111111"/>
                </a:solidFill>
                <a:latin typeface="Work Sans"/>
                <a:ea typeface="Work Sans"/>
                <a:cs typeface="Work Sans"/>
              </a:defRPr>
            </a:lvl9pPr>
          </a:lstStyle>
          <a:p xmlns:a="http://schemas.openxmlformats.org/drawingml/2006/main">
            <a:pPr>
              <a:defRPr sz="1875" b="0">
                <a:solidFill>
                  <a:srgbClr val="111111"/>
                </a:solidFill>
                <a:latin typeface="Work Sans"/>
                <a:ea typeface="Work Sans"/>
                <a:cs typeface="Work Sans"/>
              </a:defRPr>
            </a:pPr>
            <a:r>
              <a:rPr sz="1875" b="0">
                <a:solidFill>
                  <a:srgbClr val="111111"/>
                </a:solidFill>
                <a:latin typeface="Work Sans"/>
                <a:ea typeface="Work Sans"/>
                <a:cs typeface="Work Sans"/>
              </a:rPr>
              <a:t>Connected execution</a:t>
            </a:r>
          </a:p>
        </p:txBody>
      </p:sp>
      <p:sp>
        <p:nvSpPr>
          <p:cNvPr id="14" name="gap-rule-2">
            <a:extLst xmlns:a="http://schemas.openxmlformats.org/drawingml/2006/main">
              <a:ext uri="{FF2B5EF4-FFF2-40B4-BE49-F238E27FC236}">
                <a16:creationId xmlns:a16="http://schemas.microsoft.com/office/drawing/2014/main" id="{4C8DCC37-4A9F-4A3E-9F21-45347917C20B}"/>
              </a:ext>
            </a:extLst>
          </p:cNvPr>
          <p:cNvSpPr>
            <a:spLocks xmlns:a="http://schemas.openxmlformats.org/drawingml/2006/main" noGrp="1"/>
          </p:cNvSpPr>
          <p:nvPr/>
        </p:nvSpPr>
        <p:spPr>
          <a:xfrm xmlns:a="http://schemas.openxmlformats.org/drawingml/2006/main">
            <a:off x="8153400" y="4695825"/>
            <a:ext cx="1790700" cy="28575"/>
          </a:xfrm>
          <a:prstGeom xmlns:a="http://schemas.openxmlformats.org/drawingml/2006/main" prst="rect">
            <a:avLst/>
          </a:prstGeom>
          <a:solidFill xmlns:a="http://schemas.openxmlformats.org/drawingml/2006/main">
            <a:srgbClr val="F25037"/>
          </a:solidFill>
          <a:ln xmlns:a="http://schemas.openxmlformats.org/drawingml/2006/main" w="0">
            <a:noFill/>
            <a:prstDash val="solid"/>
          </a:ln>
        </p:spPr>
      </p:sp>
      <p:sp>
        <p:nvSpPr>
          <p:cNvPr id="15" name="gap-body-2">
            <a:extLst xmlns:a="http://schemas.openxmlformats.org/drawingml/2006/main">
              <a:ext uri="{FF2B5EF4-FFF2-40B4-BE49-F238E27FC236}">
                <a16:creationId xmlns:a16="http://schemas.microsoft.com/office/drawing/2014/main" id="{D41FC69C-CB53-4AE4-A1D4-377F6746CEB0}"/>
              </a:ext>
            </a:extLst>
          </p:cNvPr>
          <p:cNvSpPr>
            <a:spLocks xmlns:a="http://schemas.openxmlformats.org/drawingml/2006/main" noGrp="1"/>
          </p:cNvSpPr>
          <p:nvPr/>
        </p:nvSpPr>
        <p:spPr>
          <a:xfrm xmlns:a="http://schemas.openxmlformats.org/drawingml/2006/main">
            <a:off x="8153400" y="5000625"/>
            <a:ext cx="3333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646464"/>
                </a:solidFill>
                <a:latin typeface="Work Sans"/>
                <a:ea typeface="Work Sans"/>
                <a:cs typeface="Work Sans"/>
              </a:defRPr>
            </a:defPPr>
            <a:lvl1pPr>
              <a:defRPr sz="1725" b="0">
                <a:solidFill>
                  <a:srgbClr val="646464"/>
                </a:solidFill>
                <a:latin typeface="Work Sans"/>
                <a:ea typeface="Work Sans"/>
                <a:cs typeface="Work Sans"/>
              </a:defRPr>
            </a:lvl1pPr>
            <a:lvl2pPr>
              <a:defRPr sz="1725" b="0">
                <a:solidFill>
                  <a:srgbClr val="646464"/>
                </a:solidFill>
                <a:latin typeface="Work Sans"/>
                <a:ea typeface="Work Sans"/>
                <a:cs typeface="Work Sans"/>
              </a:defRPr>
            </a:lvl2pPr>
            <a:lvl3pPr>
              <a:defRPr sz="1725" b="0">
                <a:solidFill>
                  <a:srgbClr val="646464"/>
                </a:solidFill>
                <a:latin typeface="Work Sans"/>
                <a:ea typeface="Work Sans"/>
                <a:cs typeface="Work Sans"/>
              </a:defRPr>
            </a:lvl3pPr>
            <a:lvl4pPr>
              <a:defRPr sz="1725" b="0">
                <a:solidFill>
                  <a:srgbClr val="646464"/>
                </a:solidFill>
                <a:latin typeface="Work Sans"/>
                <a:ea typeface="Work Sans"/>
                <a:cs typeface="Work Sans"/>
              </a:defRPr>
            </a:lvl4pPr>
            <a:lvl5pPr>
              <a:defRPr sz="1725" b="0">
                <a:solidFill>
                  <a:srgbClr val="646464"/>
                </a:solidFill>
                <a:latin typeface="Work Sans"/>
                <a:ea typeface="Work Sans"/>
                <a:cs typeface="Work Sans"/>
              </a:defRPr>
            </a:lvl5pPr>
            <a:lvl6pPr>
              <a:defRPr sz="1725" b="0">
                <a:solidFill>
                  <a:srgbClr val="646464"/>
                </a:solidFill>
                <a:latin typeface="Work Sans"/>
                <a:ea typeface="Work Sans"/>
                <a:cs typeface="Work Sans"/>
              </a:defRPr>
            </a:lvl6pPr>
            <a:lvl7pPr>
              <a:defRPr sz="1725" b="0">
                <a:solidFill>
                  <a:srgbClr val="646464"/>
                </a:solidFill>
                <a:latin typeface="Work Sans"/>
                <a:ea typeface="Work Sans"/>
                <a:cs typeface="Work Sans"/>
              </a:defRPr>
            </a:lvl7pPr>
            <a:lvl8pPr>
              <a:defRPr sz="1725" b="0">
                <a:solidFill>
                  <a:srgbClr val="646464"/>
                </a:solidFill>
                <a:latin typeface="Work Sans"/>
                <a:ea typeface="Work Sans"/>
                <a:cs typeface="Work Sans"/>
              </a:defRPr>
            </a:lvl8pPr>
            <a:lvl9pPr>
              <a:defRPr sz="1725" b="0">
                <a:solidFill>
                  <a:srgbClr val="646464"/>
                </a:solidFill>
                <a:latin typeface="Work Sans"/>
                <a:ea typeface="Work Sans"/>
                <a:cs typeface="Work Sans"/>
              </a:defRPr>
            </a:lvl9pPr>
          </a:lstStyle>
          <a:p xmlns:a="http://schemas.openxmlformats.org/drawingml/2006/main">
            <a:pPr>
              <a:defRPr sz="1725" b="0">
                <a:solidFill>
                  <a:srgbClr val="646464"/>
                </a:solidFill>
                <a:latin typeface="Work Sans"/>
                <a:ea typeface="Work Sans"/>
                <a:cs typeface="Work Sans"/>
              </a:defRPr>
            </a:pPr>
            <a:r>
              <a:rPr sz="1725" b="0">
                <a:solidFill>
                  <a:srgbClr val="646464"/>
                </a:solidFill>
                <a:latin typeface="Work Sans"/>
                <a:ea typeface="Work Sans"/>
                <a:cs typeface="Work Sans"/>
              </a:rPr>
              <a:t>Inputs, computation and actions must connect to the voice agent.</a:t>
            </a:r>
          </a:p>
        </p:txBody>
      </p:sp>
      <p:sp>
        <p:nvSpPr>
          <p:cNvPr id="16" name="competitor-context">
            <a:extLst xmlns:a="http://schemas.openxmlformats.org/drawingml/2006/main">
              <a:ext uri="{FF2B5EF4-FFF2-40B4-BE49-F238E27FC236}">
                <a16:creationId xmlns:a16="http://schemas.microsoft.com/office/drawing/2014/main" id="{99907BAD-27D2-4E69-9126-7D130F2244B3}"/>
              </a:ext>
            </a:extLst>
          </p:cNvPr>
          <p:cNvSpPr>
            <a:spLocks xmlns:a="http://schemas.openxmlformats.org/drawingml/2006/main" noGrp="1"/>
          </p:cNvSpPr>
          <p:nvPr/>
        </p:nvSpPr>
        <p:spPr>
          <a:xfrm xmlns:a="http://schemas.openxmlformats.org/drawingml/2006/main">
            <a:off x="609600" y="610552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0">
                <a:solidFill>
                  <a:srgbClr val="646464"/>
                </a:solidFill>
                <a:latin typeface="Work Sans"/>
                <a:ea typeface="Work Sans"/>
                <a:cs typeface="Work Sans"/>
              </a:defRPr>
            </a:defPPr>
            <a:lvl1pPr>
              <a:defRPr sz="1275" b="0">
                <a:solidFill>
                  <a:srgbClr val="646464"/>
                </a:solidFill>
                <a:latin typeface="Work Sans"/>
                <a:ea typeface="Work Sans"/>
                <a:cs typeface="Work Sans"/>
              </a:defRPr>
            </a:lvl1pPr>
            <a:lvl2pPr>
              <a:defRPr sz="1275" b="0">
                <a:solidFill>
                  <a:srgbClr val="646464"/>
                </a:solidFill>
                <a:latin typeface="Work Sans"/>
                <a:ea typeface="Work Sans"/>
                <a:cs typeface="Work Sans"/>
              </a:defRPr>
            </a:lvl2pPr>
            <a:lvl3pPr>
              <a:defRPr sz="1275" b="0">
                <a:solidFill>
                  <a:srgbClr val="646464"/>
                </a:solidFill>
                <a:latin typeface="Work Sans"/>
                <a:ea typeface="Work Sans"/>
                <a:cs typeface="Work Sans"/>
              </a:defRPr>
            </a:lvl3pPr>
            <a:lvl4pPr>
              <a:defRPr sz="1275" b="0">
                <a:solidFill>
                  <a:srgbClr val="646464"/>
                </a:solidFill>
                <a:latin typeface="Work Sans"/>
                <a:ea typeface="Work Sans"/>
                <a:cs typeface="Work Sans"/>
              </a:defRPr>
            </a:lvl4pPr>
            <a:lvl5pPr>
              <a:defRPr sz="1275" b="0">
                <a:solidFill>
                  <a:srgbClr val="646464"/>
                </a:solidFill>
                <a:latin typeface="Work Sans"/>
                <a:ea typeface="Work Sans"/>
                <a:cs typeface="Work Sans"/>
              </a:defRPr>
            </a:lvl5pPr>
            <a:lvl6pPr>
              <a:defRPr sz="1275" b="0">
                <a:solidFill>
                  <a:srgbClr val="646464"/>
                </a:solidFill>
                <a:latin typeface="Work Sans"/>
                <a:ea typeface="Work Sans"/>
                <a:cs typeface="Work Sans"/>
              </a:defRPr>
            </a:lvl6pPr>
            <a:lvl7pPr>
              <a:defRPr sz="1275" b="0">
                <a:solidFill>
                  <a:srgbClr val="646464"/>
                </a:solidFill>
                <a:latin typeface="Work Sans"/>
                <a:ea typeface="Work Sans"/>
                <a:cs typeface="Work Sans"/>
              </a:defRPr>
            </a:lvl7pPr>
            <a:lvl8pPr>
              <a:defRPr sz="1275" b="0">
                <a:solidFill>
                  <a:srgbClr val="646464"/>
                </a:solidFill>
                <a:latin typeface="Work Sans"/>
                <a:ea typeface="Work Sans"/>
                <a:cs typeface="Work Sans"/>
              </a:defRPr>
            </a:lvl8pPr>
            <a:lvl9pPr>
              <a:defRPr sz="1275" b="0">
                <a:solidFill>
                  <a:srgbClr val="646464"/>
                </a:solidFill>
                <a:latin typeface="Work Sans"/>
                <a:ea typeface="Work Sans"/>
                <a:cs typeface="Work Sans"/>
              </a:defRPr>
            </a:lvl9pPr>
          </a:lstStyle>
          <a:p xmlns:a="http://schemas.openxmlformats.org/drawingml/2006/main">
            <a:pPr>
              <a:defRPr sz="1275" b="0">
                <a:solidFill>
                  <a:srgbClr val="646464"/>
                </a:solidFill>
                <a:latin typeface="Work Sans"/>
                <a:ea typeface="Work Sans"/>
                <a:cs typeface="Work Sans"/>
              </a:defRPr>
            </a:pPr>
            <a:r>
              <a:rPr sz="1275" b="0">
                <a:solidFill>
                  <a:srgbClr val="646464"/>
                </a:solidFill>
                <a:latin typeface="Work Sans"/>
                <a:ea typeface="Work Sans"/>
                <a:cs typeface="Work Sans"/>
              </a:rPr>
              <a:t>Existing builders: ElevenLabs Architect, Relevance AI Invent and Lovable.</a:t>
            </a:r>
          </a:p>
          <a:p xmlns:a="http://schemas.openxmlformats.org/drawingml/2006/main">
            <a:pPr>
              <a:defRPr sz="1275" b="0">
                <a:solidFill>
                  <a:srgbClr val="646464"/>
                </a:solidFill>
                <a:latin typeface="Work Sans"/>
                <a:ea typeface="Work Sans"/>
                <a:cs typeface="Work Sans"/>
              </a:defRPr>
            </a:pPr>
            <a:r>
              <a:rPr sz="1275" b="0">
                <a:solidFill>
                  <a:srgbClr val="646464"/>
                </a:solidFill>
                <a:latin typeface="Work Sans"/>
                <a:ea typeface="Work Sans"/>
                <a:cs typeface="Work Sans"/>
              </a:rPr>
              <a:t>Our focus: task-driven composition of inputs, computation and tools.</a:t>
            </a:r>
          </a:p>
        </p:txBody>
      </p:sp>
    </p:spTree>
    <p:extLst>
      <p:ext uri="{BB962C8B-B14F-4D97-AF65-F5344CB8AC3E}">
        <p14:creationId xmlns:p14="http://schemas.microsoft.com/office/powerpoint/2010/main" val="51382627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9DF8601C-45DC-401E-95CC-25D567DCFEE0}"/>
              </a:ext>
            </a:extLst>
          </p:cNvPr>
          <p:cNvCxnSpPr>
            <a:stCxn xmlns:a="http://schemas.openxmlformats.org/drawingml/2006/main" id="19" idx="3"/>
            <a:endCxn xmlns:a="http://schemas.openxmlformats.org/drawingml/2006/main" id="26" idx="1"/>
          </p:cNvCxnSpPr>
          <p:nvPr/>
        </p:nvCxnSpPr>
        <p:spPr>
          <a:xfrm xmlns:a="http://schemas.openxmlformats.org/drawingml/2006/main">
            <a:off x="7724775" y="4324350"/>
            <a:ext cx="1038225" cy="800100"/>
          </a:xfrm>
          <a:prstGeom xmlns:a="http://schemas.openxmlformats.org/drawingml/2006/main" prst="bentConnector3">
            <a:avLst>
              <a:gd name="adj1" fmla="val 50000"/>
            </a:avLst>
          </a:prstGeom>
          <a:ln xmlns:a="http://schemas.openxmlformats.org/drawingml/2006/main" w="19050">
            <a:solidFill>
              <a:srgbClr val="777777"/>
            </a:solidFill>
            <a:prstDash val="solid"/>
            <a:tailEnd type="arrow" w="med" len="med"/>
          </a:ln>
        </p:spPr>
      </p:cxnSp>
      <p:cxnSp>
        <p:nvCxnSpPr>
          <p:cNvPr id="3" name="">
            <a:extLst xmlns:a="http://schemas.openxmlformats.org/drawingml/2006/main">
              <a:ext uri="{FF2B5EF4-FFF2-40B4-BE49-F238E27FC236}">
                <a16:creationId xmlns:a16="http://schemas.microsoft.com/office/drawing/2014/main" id="{1AEFBFA9-21B1-4B54-933E-C75804172FF3}"/>
              </a:ext>
            </a:extLst>
          </p:cNvPr>
          <p:cNvCxnSpPr>
            <a:stCxn xmlns:a="http://schemas.openxmlformats.org/drawingml/2006/main" id="19" idx="3"/>
            <a:endCxn xmlns:a="http://schemas.openxmlformats.org/drawingml/2006/main" id="24" idx="1"/>
          </p:cNvCxnSpPr>
          <p:nvPr/>
        </p:nvCxnSpPr>
        <p:spPr>
          <a:xfrm xmlns:a="http://schemas.openxmlformats.org/drawingml/2006/main">
            <a:off x="7724775" y="4324350"/>
            <a:ext cx="1038225" cy="0"/>
          </a:xfrm>
          <a:prstGeom xmlns:a="http://schemas.openxmlformats.org/drawingml/2006/main" prst="straightConnector1">
            <a:avLst/>
          </a:prstGeom>
          <a:ln xmlns:a="http://schemas.openxmlformats.org/drawingml/2006/main" w="19050">
            <a:solidFill>
              <a:srgbClr val="777777"/>
            </a:solidFill>
            <a:prstDash val="solid"/>
            <a:tailEnd type="arrow" w="med" len="med"/>
          </a:ln>
        </p:spPr>
      </p:cxnSp>
      <p:cxnSp>
        <p:nvCxnSpPr>
          <p:cNvPr id="4" name="">
            <a:extLst xmlns:a="http://schemas.openxmlformats.org/drawingml/2006/main">
              <a:ext uri="{FF2B5EF4-FFF2-40B4-BE49-F238E27FC236}">
                <a16:creationId xmlns:a16="http://schemas.microsoft.com/office/drawing/2014/main" id="{DC63B28B-FDA5-40F7-A242-D90F5F667F27}"/>
              </a:ext>
            </a:extLst>
          </p:cNvPr>
          <p:cNvCxnSpPr>
            <a:stCxn xmlns:a="http://schemas.openxmlformats.org/drawingml/2006/main" id="19" idx="3"/>
            <a:endCxn xmlns:a="http://schemas.openxmlformats.org/drawingml/2006/main" id="22" idx="1"/>
          </p:cNvCxnSpPr>
          <p:nvPr/>
        </p:nvCxnSpPr>
        <p:spPr>
          <a:xfrm xmlns:a="http://schemas.openxmlformats.org/drawingml/2006/main" flipV="1">
            <a:off x="7724775" y="3524250"/>
            <a:ext cx="1038225" cy="800100"/>
          </a:xfrm>
          <a:prstGeom xmlns:a="http://schemas.openxmlformats.org/drawingml/2006/main" prst="bentConnector3">
            <a:avLst>
              <a:gd name="adj1" fmla="val 50000"/>
            </a:avLst>
          </a:prstGeom>
          <a:ln xmlns:a="http://schemas.openxmlformats.org/drawingml/2006/main" w="19050">
            <a:solidFill>
              <a:srgbClr val="777777"/>
            </a:solidFill>
            <a:prstDash val="solid"/>
            <a:tailEnd type="arrow" w="med" len="med"/>
          </a:ln>
        </p:spPr>
      </p:cxnSp>
      <p:cxnSp>
        <p:nvCxnSpPr>
          <p:cNvPr id="5" name="">
            <a:extLst xmlns:a="http://schemas.openxmlformats.org/drawingml/2006/main">
              <a:ext uri="{FF2B5EF4-FFF2-40B4-BE49-F238E27FC236}">
                <a16:creationId xmlns:a16="http://schemas.microsoft.com/office/drawing/2014/main" id="{E6BFD6DD-1FB9-4757-AD5B-BC480FBC20F7}"/>
              </a:ext>
            </a:extLst>
          </p:cNvPr>
          <p:cNvCxnSpPr>
            <a:stCxn xmlns:a="http://schemas.openxmlformats.org/drawingml/2006/main" id="17" idx="3"/>
            <a:endCxn xmlns:a="http://schemas.openxmlformats.org/drawingml/2006/main" id="19" idx="1"/>
          </p:cNvCxnSpPr>
          <p:nvPr/>
        </p:nvCxnSpPr>
        <p:spPr>
          <a:xfrm xmlns:a="http://schemas.openxmlformats.org/drawingml/2006/main" flipV="1">
            <a:off x="3467100" y="4324350"/>
            <a:ext cx="781050" cy="800100"/>
          </a:xfrm>
          <a:prstGeom xmlns:a="http://schemas.openxmlformats.org/drawingml/2006/main" prst="bentConnector3">
            <a:avLst>
              <a:gd name="adj1" fmla="val 50000"/>
            </a:avLst>
          </a:prstGeom>
          <a:ln xmlns:a="http://schemas.openxmlformats.org/drawingml/2006/main" w="19050">
            <a:solidFill>
              <a:srgbClr val="777777"/>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1192F3FF-D860-44B9-8AD2-F0F34F601468}"/>
              </a:ext>
            </a:extLst>
          </p:cNvPr>
          <p:cNvCxnSpPr>
            <a:stCxn xmlns:a="http://schemas.openxmlformats.org/drawingml/2006/main" id="15" idx="3"/>
            <a:endCxn xmlns:a="http://schemas.openxmlformats.org/drawingml/2006/main" id="19" idx="1"/>
          </p:cNvCxnSpPr>
          <p:nvPr/>
        </p:nvCxnSpPr>
        <p:spPr>
          <a:xfrm xmlns:a="http://schemas.openxmlformats.org/drawingml/2006/main">
            <a:off x="3467100" y="4324350"/>
            <a:ext cx="781050" cy="0"/>
          </a:xfrm>
          <a:prstGeom xmlns:a="http://schemas.openxmlformats.org/drawingml/2006/main" prst="straightConnector1">
            <a:avLst/>
          </a:prstGeom>
          <a:ln xmlns:a="http://schemas.openxmlformats.org/drawingml/2006/main" w="19050">
            <a:solidFill>
              <a:srgbClr val="777777"/>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15A90EAE-4E4C-4C93-8B25-0D842E8E4F5A}"/>
              </a:ext>
            </a:extLst>
          </p:cNvPr>
          <p:cNvCxnSpPr>
            <a:stCxn xmlns:a="http://schemas.openxmlformats.org/drawingml/2006/main" id="13" idx="3"/>
            <a:endCxn xmlns:a="http://schemas.openxmlformats.org/drawingml/2006/main" id="19" idx="1"/>
          </p:cNvCxnSpPr>
          <p:nvPr/>
        </p:nvCxnSpPr>
        <p:spPr>
          <a:xfrm xmlns:a="http://schemas.openxmlformats.org/drawingml/2006/main">
            <a:off x="3467100" y="3524250"/>
            <a:ext cx="781050" cy="800100"/>
          </a:xfrm>
          <a:prstGeom xmlns:a="http://schemas.openxmlformats.org/drawingml/2006/main" prst="bentConnector3">
            <a:avLst>
              <a:gd name="adj1" fmla="val 50000"/>
            </a:avLst>
          </a:prstGeom>
          <a:ln xmlns:a="http://schemas.openxmlformats.org/drawingml/2006/main" w="19050">
            <a:solidFill>
              <a:srgbClr val="777777"/>
            </a:solidFill>
            <a:prstDash val="solid"/>
            <a:tailEnd type="arrow" w="med" len="med"/>
          </a:ln>
        </p:spPr>
      </p:cxnSp>
      <p:sp>
        <p:nvSpPr>
          <p:cNvPr id="8" name="section">
            <a:extLst xmlns:a="http://schemas.openxmlformats.org/drawingml/2006/main">
              <a:ext uri="{FF2B5EF4-FFF2-40B4-BE49-F238E27FC236}">
                <a16:creationId xmlns:a16="http://schemas.microsoft.com/office/drawing/2014/main" id="{F0255D89-CF95-48C3-AA5B-935B16BAA8BD}"/>
              </a:ext>
            </a:extLst>
          </p:cNvPr>
          <p:cNvSpPr>
            <a:spLocks xmlns:a="http://schemas.openxmlformats.org/drawingml/2006/main" noGrp="1"/>
          </p:cNvSpPr>
          <p:nvPr/>
        </p:nvSpPr>
        <p:spPr>
          <a:xfrm xmlns:a="http://schemas.openxmlformats.org/drawingml/2006/main">
            <a:off x="609600" y="40005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1">
                <a:solidFill>
                  <a:srgbClr val="FFFFFF"/>
                </a:solidFill>
                <a:latin typeface="Work Sans"/>
                <a:ea typeface="Work Sans"/>
                <a:cs typeface="Work Sans"/>
              </a:defRPr>
            </a:defPPr>
            <a:lvl1pPr>
              <a:defRPr sz="1350" b="1">
                <a:solidFill>
                  <a:srgbClr val="FFFFFF"/>
                </a:solidFill>
                <a:latin typeface="Work Sans"/>
                <a:ea typeface="Work Sans"/>
                <a:cs typeface="Work Sans"/>
              </a:defRPr>
            </a:lvl1pPr>
            <a:lvl2pPr>
              <a:defRPr sz="1350" b="1">
                <a:solidFill>
                  <a:srgbClr val="FFFFFF"/>
                </a:solidFill>
                <a:latin typeface="Work Sans"/>
                <a:ea typeface="Work Sans"/>
                <a:cs typeface="Work Sans"/>
              </a:defRPr>
            </a:lvl2pPr>
            <a:lvl3pPr>
              <a:defRPr sz="1350" b="1">
                <a:solidFill>
                  <a:srgbClr val="FFFFFF"/>
                </a:solidFill>
                <a:latin typeface="Work Sans"/>
                <a:ea typeface="Work Sans"/>
                <a:cs typeface="Work Sans"/>
              </a:defRPr>
            </a:lvl3pPr>
            <a:lvl4pPr>
              <a:defRPr sz="1350" b="1">
                <a:solidFill>
                  <a:srgbClr val="FFFFFF"/>
                </a:solidFill>
                <a:latin typeface="Work Sans"/>
                <a:ea typeface="Work Sans"/>
                <a:cs typeface="Work Sans"/>
              </a:defRPr>
            </a:lvl4pPr>
            <a:lvl5pPr>
              <a:defRPr sz="1350" b="1">
                <a:solidFill>
                  <a:srgbClr val="FFFFFF"/>
                </a:solidFill>
                <a:latin typeface="Work Sans"/>
                <a:ea typeface="Work Sans"/>
                <a:cs typeface="Work Sans"/>
              </a:defRPr>
            </a:lvl5pPr>
            <a:lvl6pPr>
              <a:defRPr sz="1350" b="1">
                <a:solidFill>
                  <a:srgbClr val="FFFFFF"/>
                </a:solidFill>
                <a:latin typeface="Work Sans"/>
                <a:ea typeface="Work Sans"/>
                <a:cs typeface="Work Sans"/>
              </a:defRPr>
            </a:lvl6pPr>
            <a:lvl7pPr>
              <a:defRPr sz="1350" b="1">
                <a:solidFill>
                  <a:srgbClr val="FFFFFF"/>
                </a:solidFill>
                <a:latin typeface="Work Sans"/>
                <a:ea typeface="Work Sans"/>
                <a:cs typeface="Work Sans"/>
              </a:defRPr>
            </a:lvl7pPr>
            <a:lvl8pPr>
              <a:defRPr sz="1350" b="1">
                <a:solidFill>
                  <a:srgbClr val="FFFFFF"/>
                </a:solidFill>
                <a:latin typeface="Work Sans"/>
                <a:ea typeface="Work Sans"/>
                <a:cs typeface="Work Sans"/>
              </a:defRPr>
            </a:lvl8pPr>
            <a:lvl9pPr>
              <a:defRPr sz="1350" b="1">
                <a:solidFill>
                  <a:srgbClr val="FFFFFF"/>
                </a:solidFill>
                <a:latin typeface="Work Sans"/>
                <a:ea typeface="Work Sans"/>
                <a:cs typeface="Work Sans"/>
              </a:defRPr>
            </a:lvl9pPr>
          </a:lstStyle>
          <a:p xmlns:a="http://schemas.openxmlformats.org/drawingml/2006/main">
            <a:pPr>
              <a:defRPr sz="1350" b="1">
                <a:solidFill>
                  <a:srgbClr val="FFFFFF"/>
                </a:solidFill>
                <a:latin typeface="Work Sans"/>
                <a:ea typeface="Work Sans"/>
                <a:cs typeface="Work Sans"/>
              </a:defRPr>
            </a:pPr>
            <a:r>
              <a:rPr sz="1350" b="1">
                <a:solidFill>
                  <a:srgbClr val="FFFFFF"/>
                </a:solidFill>
                <a:latin typeface="Work Sans"/>
                <a:ea typeface="Work Sans"/>
                <a:cs typeface="Work Sans"/>
              </a:rPr>
              <a:t>PROPOSED SOLUTION</a:t>
            </a:r>
          </a:p>
        </p:txBody>
      </p:sp>
      <p:sp>
        <p:nvSpPr>
          <p:cNvPr id="9" name="slide-number">
            <a:extLst xmlns:a="http://schemas.openxmlformats.org/drawingml/2006/main">
              <a:ext uri="{FF2B5EF4-FFF2-40B4-BE49-F238E27FC236}">
                <a16:creationId xmlns:a16="http://schemas.microsoft.com/office/drawing/2014/main" id="{BB5119B6-940D-4B87-BC4E-DF99279A8D57}"/>
              </a:ext>
            </a:extLst>
          </p:cNvPr>
          <p:cNvSpPr>
            <a:spLocks xmlns:a="http://schemas.openxmlformats.org/drawingml/2006/main" noGrp="1"/>
          </p:cNvSpPr>
          <p:nvPr/>
        </p:nvSpPr>
        <p:spPr>
          <a:xfrm xmlns:a="http://schemas.openxmlformats.org/drawingml/2006/main">
            <a:off x="11182350" y="63341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0">
                <a:solidFill>
                  <a:srgbClr val="979797"/>
                </a:solidFill>
                <a:latin typeface="Work Sans"/>
                <a:ea typeface="Work Sans"/>
                <a:cs typeface="Work Sans"/>
              </a:defRPr>
            </a:defPPr>
            <a:lvl1pPr>
              <a:defRPr sz="1275" b="0">
                <a:solidFill>
                  <a:srgbClr val="979797"/>
                </a:solidFill>
                <a:latin typeface="Work Sans"/>
                <a:ea typeface="Work Sans"/>
                <a:cs typeface="Work Sans"/>
              </a:defRPr>
            </a:lvl1pPr>
            <a:lvl2pPr>
              <a:defRPr sz="1275" b="0">
                <a:solidFill>
                  <a:srgbClr val="979797"/>
                </a:solidFill>
                <a:latin typeface="Work Sans"/>
                <a:ea typeface="Work Sans"/>
                <a:cs typeface="Work Sans"/>
              </a:defRPr>
            </a:lvl2pPr>
            <a:lvl3pPr>
              <a:defRPr sz="1275" b="0">
                <a:solidFill>
                  <a:srgbClr val="979797"/>
                </a:solidFill>
                <a:latin typeface="Work Sans"/>
                <a:ea typeface="Work Sans"/>
                <a:cs typeface="Work Sans"/>
              </a:defRPr>
            </a:lvl3pPr>
            <a:lvl4pPr>
              <a:defRPr sz="1275" b="0">
                <a:solidFill>
                  <a:srgbClr val="979797"/>
                </a:solidFill>
                <a:latin typeface="Work Sans"/>
                <a:ea typeface="Work Sans"/>
                <a:cs typeface="Work Sans"/>
              </a:defRPr>
            </a:lvl4pPr>
            <a:lvl5pPr>
              <a:defRPr sz="1275" b="0">
                <a:solidFill>
                  <a:srgbClr val="979797"/>
                </a:solidFill>
                <a:latin typeface="Work Sans"/>
                <a:ea typeface="Work Sans"/>
                <a:cs typeface="Work Sans"/>
              </a:defRPr>
            </a:lvl5pPr>
            <a:lvl6pPr>
              <a:defRPr sz="1275" b="0">
                <a:solidFill>
                  <a:srgbClr val="979797"/>
                </a:solidFill>
                <a:latin typeface="Work Sans"/>
                <a:ea typeface="Work Sans"/>
                <a:cs typeface="Work Sans"/>
              </a:defRPr>
            </a:lvl6pPr>
            <a:lvl7pPr>
              <a:defRPr sz="1275" b="0">
                <a:solidFill>
                  <a:srgbClr val="979797"/>
                </a:solidFill>
                <a:latin typeface="Work Sans"/>
                <a:ea typeface="Work Sans"/>
                <a:cs typeface="Work Sans"/>
              </a:defRPr>
            </a:lvl7pPr>
            <a:lvl8pPr>
              <a:defRPr sz="1275" b="0">
                <a:solidFill>
                  <a:srgbClr val="979797"/>
                </a:solidFill>
                <a:latin typeface="Work Sans"/>
                <a:ea typeface="Work Sans"/>
                <a:cs typeface="Work Sans"/>
              </a:defRPr>
            </a:lvl8pPr>
            <a:lvl9pPr>
              <a:defRPr sz="1275" b="0">
                <a:solidFill>
                  <a:srgbClr val="979797"/>
                </a:solidFill>
                <a:latin typeface="Work Sans"/>
                <a:ea typeface="Work Sans"/>
                <a:cs typeface="Work Sans"/>
              </a:defRPr>
            </a:lvl9pPr>
          </a:lstStyle>
          <a:p xmlns:a="http://schemas.openxmlformats.org/drawingml/2006/main">
            <a:pPr>
              <a:defRPr sz="1275" b="0">
                <a:solidFill>
                  <a:srgbClr val="979797"/>
                </a:solidFill>
                <a:latin typeface="Work Sans"/>
                <a:ea typeface="Work Sans"/>
                <a:cs typeface="Work Sans"/>
              </a:defRPr>
            </a:pPr>
            <a:r>
              <a:rPr sz="1275" b="0">
                <a:solidFill>
                  <a:srgbClr val="979797"/>
                </a:solidFill>
                <a:latin typeface="Work Sans"/>
                <a:ea typeface="Work Sans"/>
                <a:cs typeface="Work Sans"/>
              </a:rPr>
              <a:t>03</a:t>
            </a:r>
          </a:p>
        </p:txBody>
      </p:sp>
      <p:sp>
        <p:nvSpPr>
          <p:cNvPr id="10" name="headline">
            <a:extLst xmlns:a="http://schemas.openxmlformats.org/drawingml/2006/main">
              <a:ext uri="{FF2B5EF4-FFF2-40B4-BE49-F238E27FC236}">
                <a16:creationId xmlns:a16="http://schemas.microsoft.com/office/drawing/2014/main" id="{E55C9006-B692-4A26-8F79-AC945F87247C}"/>
              </a:ext>
            </a:extLst>
          </p:cNvPr>
          <p:cNvSpPr>
            <a:spLocks xmlns:a="http://schemas.openxmlformats.org/drawingml/2006/main" noGrp="1"/>
          </p:cNvSpPr>
          <p:nvPr/>
        </p:nvSpPr>
        <p:spPr>
          <a:xfrm xmlns:a="http://schemas.openxmlformats.org/drawingml/2006/main">
            <a:off x="609600" y="1095375"/>
            <a:ext cx="109728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350" b="1">
                <a:solidFill>
                  <a:srgbClr val="FFFFFF"/>
                </a:solidFill>
              </a:defRPr>
            </a:defPPr>
            <a:lvl1pPr>
              <a:defRPr sz="4350" b="1">
                <a:solidFill>
                  <a:srgbClr val="FFFFFF"/>
                </a:solidFill>
              </a:defRPr>
            </a:lvl1pPr>
            <a:lvl2pPr>
              <a:defRPr sz="4350" b="1">
                <a:solidFill>
                  <a:srgbClr val="FFFFFF"/>
                </a:solidFill>
              </a:defRPr>
            </a:lvl2pPr>
            <a:lvl3pPr>
              <a:defRPr sz="4350" b="1">
                <a:solidFill>
                  <a:srgbClr val="FFFFFF"/>
                </a:solidFill>
              </a:defRPr>
            </a:lvl3pPr>
            <a:lvl4pPr>
              <a:defRPr sz="4350" b="1">
                <a:solidFill>
                  <a:srgbClr val="FFFFFF"/>
                </a:solidFill>
              </a:defRPr>
            </a:lvl4pPr>
            <a:lvl5pPr>
              <a:defRPr sz="4350" b="1">
                <a:solidFill>
                  <a:srgbClr val="FFFFFF"/>
                </a:solidFill>
              </a:defRPr>
            </a:lvl5pPr>
            <a:lvl6pPr>
              <a:defRPr sz="4350" b="1">
                <a:solidFill>
                  <a:srgbClr val="FFFFFF"/>
                </a:solidFill>
              </a:defRPr>
            </a:lvl6pPr>
            <a:lvl7pPr>
              <a:defRPr sz="4350" b="1">
                <a:solidFill>
                  <a:srgbClr val="FFFFFF"/>
                </a:solidFill>
              </a:defRPr>
            </a:lvl7pPr>
            <a:lvl8pPr>
              <a:defRPr sz="4350" b="1">
                <a:solidFill>
                  <a:srgbClr val="FFFFFF"/>
                </a:solidFill>
              </a:defRPr>
            </a:lvl8pPr>
            <a:lvl9pPr>
              <a:defRPr sz="4350" b="1">
                <a:solidFill>
                  <a:srgbClr val="FFFFFF"/>
                </a:solidFill>
              </a:defRPr>
            </a:lvl9pPr>
          </a:lstStyle>
          <a:p xmlns:a="http://schemas.openxmlformats.org/drawingml/2006/main">
            <a:pPr>
              <a:defRPr sz="4350" b="1">
                <a:solidFill>
                  <a:srgbClr val="FFFFFF"/>
                </a:solidFill>
              </a:defRPr>
            </a:pPr>
            <a:r>
              <a:rPr sz="4350" b="1">
                <a:solidFill>
                  <a:srgbClr val="FFFFFF"/>
                </a:solidFill>
              </a:rPr>
              <a:t>The compiler builds what</a:t>
            </a:r>
          </a:p>
          <a:p xmlns:a="http://schemas.openxmlformats.org/drawingml/2006/main">
            <a:pPr>
              <a:defRPr sz="4350" b="1">
                <a:solidFill>
                  <a:srgbClr val="FFFFFF"/>
                </a:solidFill>
              </a:defRPr>
            </a:pPr>
            <a:r>
              <a:rPr sz="4350" b="1">
                <a:solidFill>
                  <a:srgbClr val="FFFFFF"/>
                </a:solidFill>
              </a:rPr>
              <a:t>the voice agent needs</a:t>
            </a:r>
          </a:p>
        </p:txBody>
      </p:sp>
      <p:sp>
        <p:nvSpPr>
          <p:cNvPr id="11" name="input-label">
            <a:extLst xmlns:a="http://schemas.openxmlformats.org/drawingml/2006/main">
              <a:ext uri="{FF2B5EF4-FFF2-40B4-BE49-F238E27FC236}">
                <a16:creationId xmlns:a16="http://schemas.microsoft.com/office/drawing/2014/main" id="{1FB7A080-D488-4743-8FF9-528C9E53E7D6}"/>
              </a:ext>
            </a:extLst>
          </p:cNvPr>
          <p:cNvSpPr>
            <a:spLocks xmlns:a="http://schemas.openxmlformats.org/drawingml/2006/main" noGrp="1"/>
          </p:cNvSpPr>
          <p:nvPr/>
        </p:nvSpPr>
        <p:spPr>
          <a:xfrm xmlns:a="http://schemas.openxmlformats.org/drawingml/2006/main">
            <a:off x="609600" y="27146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979797"/>
                </a:solidFill>
              </a:defRPr>
            </a:defPPr>
            <a:lvl1pPr>
              <a:defRPr sz="1275" b="1">
                <a:solidFill>
                  <a:srgbClr val="979797"/>
                </a:solidFill>
              </a:defRPr>
            </a:lvl1pPr>
            <a:lvl2pPr>
              <a:defRPr sz="1275" b="1">
                <a:solidFill>
                  <a:srgbClr val="979797"/>
                </a:solidFill>
              </a:defRPr>
            </a:lvl2pPr>
            <a:lvl3pPr>
              <a:defRPr sz="1275" b="1">
                <a:solidFill>
                  <a:srgbClr val="979797"/>
                </a:solidFill>
              </a:defRPr>
            </a:lvl3pPr>
            <a:lvl4pPr>
              <a:defRPr sz="1275" b="1">
                <a:solidFill>
                  <a:srgbClr val="979797"/>
                </a:solidFill>
              </a:defRPr>
            </a:lvl4pPr>
            <a:lvl5pPr>
              <a:defRPr sz="1275" b="1">
                <a:solidFill>
                  <a:srgbClr val="979797"/>
                </a:solidFill>
              </a:defRPr>
            </a:lvl5pPr>
            <a:lvl6pPr>
              <a:defRPr sz="1275" b="1">
                <a:solidFill>
                  <a:srgbClr val="979797"/>
                </a:solidFill>
              </a:defRPr>
            </a:lvl6pPr>
            <a:lvl7pPr>
              <a:defRPr sz="1275" b="1">
                <a:solidFill>
                  <a:srgbClr val="979797"/>
                </a:solidFill>
              </a:defRPr>
            </a:lvl7pPr>
            <a:lvl8pPr>
              <a:defRPr sz="1275" b="1">
                <a:solidFill>
                  <a:srgbClr val="979797"/>
                </a:solidFill>
              </a:defRPr>
            </a:lvl8pPr>
            <a:lvl9pPr>
              <a:defRPr sz="1275" b="1">
                <a:solidFill>
                  <a:srgbClr val="979797"/>
                </a:solidFill>
              </a:defRPr>
            </a:lvl9pPr>
          </a:lstStyle>
          <a:p xmlns:a="http://schemas.openxmlformats.org/drawingml/2006/main">
            <a:pPr>
              <a:defRPr sz="1275" b="1">
                <a:solidFill>
                  <a:srgbClr val="979797"/>
                </a:solidFill>
              </a:defRPr>
            </a:pPr>
            <a:r>
              <a:rPr sz="1275" b="1">
                <a:solidFill>
                  <a:srgbClr val="979797"/>
                </a:solidFill>
              </a:rPr>
              <a:t>ANY SUPPORTED TASK</a:t>
            </a:r>
          </a:p>
        </p:txBody>
      </p:sp>
      <p:sp>
        <p:nvSpPr>
          <p:cNvPr id="12" name="output-label">
            <a:extLst xmlns:a="http://schemas.openxmlformats.org/drawingml/2006/main">
              <a:ext uri="{FF2B5EF4-FFF2-40B4-BE49-F238E27FC236}">
                <a16:creationId xmlns:a16="http://schemas.microsoft.com/office/drawing/2014/main" id="{C7F5A813-91A1-4881-8439-3233AE590B9C}"/>
              </a:ext>
            </a:extLst>
          </p:cNvPr>
          <p:cNvSpPr>
            <a:spLocks xmlns:a="http://schemas.openxmlformats.org/drawingml/2006/main" noGrp="1"/>
          </p:cNvSpPr>
          <p:nvPr/>
        </p:nvSpPr>
        <p:spPr>
          <a:xfrm xmlns:a="http://schemas.openxmlformats.org/drawingml/2006/main">
            <a:off x="8763000" y="27146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979797"/>
                </a:solidFill>
              </a:defRPr>
            </a:defPPr>
            <a:lvl1pPr>
              <a:defRPr sz="1275" b="1">
                <a:solidFill>
                  <a:srgbClr val="979797"/>
                </a:solidFill>
              </a:defRPr>
            </a:lvl1pPr>
            <a:lvl2pPr>
              <a:defRPr sz="1275" b="1">
                <a:solidFill>
                  <a:srgbClr val="979797"/>
                </a:solidFill>
              </a:defRPr>
            </a:lvl2pPr>
            <a:lvl3pPr>
              <a:defRPr sz="1275" b="1">
                <a:solidFill>
                  <a:srgbClr val="979797"/>
                </a:solidFill>
              </a:defRPr>
            </a:lvl3pPr>
            <a:lvl4pPr>
              <a:defRPr sz="1275" b="1">
                <a:solidFill>
                  <a:srgbClr val="979797"/>
                </a:solidFill>
              </a:defRPr>
            </a:lvl4pPr>
            <a:lvl5pPr>
              <a:defRPr sz="1275" b="1">
                <a:solidFill>
                  <a:srgbClr val="979797"/>
                </a:solidFill>
              </a:defRPr>
            </a:lvl5pPr>
            <a:lvl6pPr>
              <a:defRPr sz="1275" b="1">
                <a:solidFill>
                  <a:srgbClr val="979797"/>
                </a:solidFill>
              </a:defRPr>
            </a:lvl6pPr>
            <a:lvl7pPr>
              <a:defRPr sz="1275" b="1">
                <a:solidFill>
                  <a:srgbClr val="979797"/>
                </a:solidFill>
              </a:defRPr>
            </a:lvl7pPr>
            <a:lvl8pPr>
              <a:defRPr sz="1275" b="1">
                <a:solidFill>
                  <a:srgbClr val="979797"/>
                </a:solidFill>
              </a:defRPr>
            </a:lvl8pPr>
            <a:lvl9pPr>
              <a:defRPr sz="1275" b="1">
                <a:solidFill>
                  <a:srgbClr val="979797"/>
                </a:solidFill>
              </a:defRPr>
            </a:lvl9pPr>
          </a:lstStyle>
          <a:p xmlns:a="http://schemas.openxmlformats.org/drawingml/2006/main">
            <a:pPr>
              <a:defRPr sz="1275" b="1">
                <a:solidFill>
                  <a:srgbClr val="979797"/>
                </a:solidFill>
              </a:defRPr>
            </a:pPr>
            <a:r>
              <a:rPr sz="1275" b="1">
                <a:solidFill>
                  <a:srgbClr val="979797"/>
                </a:solidFill>
              </a:rPr>
              <a:t>GENERATED SYSTEM</a:t>
            </a:r>
          </a:p>
        </p:txBody>
      </p:sp>
      <p:sp>
        <p:nvSpPr>
          <p:cNvPr id="13" name="task-node-0">
            <a:extLst xmlns:a="http://schemas.openxmlformats.org/drawingml/2006/main">
              <a:ext uri="{FF2B5EF4-FFF2-40B4-BE49-F238E27FC236}">
                <a16:creationId xmlns:a16="http://schemas.microsoft.com/office/drawing/2014/main" id="{C0D3DCB7-3926-4FD0-9FB7-62D4441ED8BA}"/>
              </a:ext>
            </a:extLst>
          </p:cNvPr>
          <p:cNvSpPr>
            <a:spLocks xmlns:a="http://schemas.openxmlformats.org/drawingml/2006/main" noGrp="1"/>
          </p:cNvSpPr>
          <p:nvPr/>
        </p:nvSpPr>
        <p:spPr>
          <a:xfrm xmlns:a="http://schemas.openxmlformats.org/drawingml/2006/main">
            <a:off x="609600" y="3238500"/>
            <a:ext cx="2857500" cy="571500"/>
          </a:xfrm>
          <a:prstGeom xmlns:a="http://schemas.openxmlformats.org/drawingml/2006/main" prst="rect">
            <a:avLst/>
          </a:prstGeom>
          <a:solidFill xmlns:a="http://schemas.openxmlformats.org/drawingml/2006/main">
            <a:srgbClr val="181818"/>
          </a:solidFill>
          <a:ln xmlns:a="http://schemas.openxmlformats.org/drawingml/2006/main" w="14288">
            <a:solidFill>
              <a:srgbClr val="404040"/>
            </a:solidFill>
            <a:prstDash val="solid"/>
          </a:ln>
        </p:spPr>
      </p:sp>
      <p:sp>
        <p:nvSpPr>
          <p:cNvPr id="14" name="task-text-0">
            <a:extLst xmlns:a="http://schemas.openxmlformats.org/drawingml/2006/main">
              <a:ext uri="{FF2B5EF4-FFF2-40B4-BE49-F238E27FC236}">
                <a16:creationId xmlns:a16="http://schemas.microsoft.com/office/drawing/2014/main" id="{296CC7EB-FBF0-4F24-B615-C4A688B4A3CE}"/>
              </a:ext>
            </a:extLst>
          </p:cNvPr>
          <p:cNvSpPr>
            <a:spLocks xmlns:a="http://schemas.openxmlformats.org/drawingml/2006/main" noGrp="1"/>
          </p:cNvSpPr>
          <p:nvPr/>
        </p:nvSpPr>
        <p:spPr>
          <a:xfrm xmlns:a="http://schemas.openxmlformats.org/drawingml/2006/main">
            <a:off x="781050" y="33813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Analyze a signal</a:t>
            </a:r>
          </a:p>
        </p:txBody>
      </p:sp>
      <p:sp>
        <p:nvSpPr>
          <p:cNvPr id="15" name="task-node-1">
            <a:extLst xmlns:a="http://schemas.openxmlformats.org/drawingml/2006/main">
              <a:ext uri="{FF2B5EF4-FFF2-40B4-BE49-F238E27FC236}">
                <a16:creationId xmlns:a16="http://schemas.microsoft.com/office/drawing/2014/main" id="{D33C55F1-8F4E-4A67-82C6-A8DBFD6934D9}"/>
              </a:ext>
            </a:extLst>
          </p:cNvPr>
          <p:cNvSpPr>
            <a:spLocks xmlns:a="http://schemas.openxmlformats.org/drawingml/2006/main" noGrp="1"/>
          </p:cNvSpPr>
          <p:nvPr/>
        </p:nvSpPr>
        <p:spPr>
          <a:xfrm xmlns:a="http://schemas.openxmlformats.org/drawingml/2006/main">
            <a:off x="609600" y="4038600"/>
            <a:ext cx="2857500" cy="571500"/>
          </a:xfrm>
          <a:prstGeom xmlns:a="http://schemas.openxmlformats.org/drawingml/2006/main" prst="rect">
            <a:avLst/>
          </a:prstGeom>
          <a:solidFill xmlns:a="http://schemas.openxmlformats.org/drawingml/2006/main">
            <a:srgbClr val="181818"/>
          </a:solidFill>
          <a:ln xmlns:a="http://schemas.openxmlformats.org/drawingml/2006/main" w="14288">
            <a:solidFill>
              <a:srgbClr val="404040"/>
            </a:solidFill>
            <a:prstDash val="solid"/>
          </a:ln>
        </p:spPr>
      </p:sp>
      <p:sp>
        <p:nvSpPr>
          <p:cNvPr id="16" name="task-text-1">
            <a:extLst xmlns:a="http://schemas.openxmlformats.org/drawingml/2006/main">
              <a:ext uri="{FF2B5EF4-FFF2-40B4-BE49-F238E27FC236}">
                <a16:creationId xmlns:a16="http://schemas.microsoft.com/office/drawing/2014/main" id="{2A528FCA-583D-4950-B7CA-88C5D16DEB69}"/>
              </a:ext>
            </a:extLst>
          </p:cNvPr>
          <p:cNvSpPr>
            <a:spLocks xmlns:a="http://schemas.openxmlformats.org/drawingml/2006/main" noGrp="1"/>
          </p:cNvSpPr>
          <p:nvPr/>
        </p:nvSpPr>
        <p:spPr>
          <a:xfrm xmlns:a="http://schemas.openxmlformats.org/drawingml/2006/main">
            <a:off x="781050" y="41814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Apply custom rules</a:t>
            </a:r>
          </a:p>
        </p:txBody>
      </p:sp>
      <p:sp>
        <p:nvSpPr>
          <p:cNvPr id="17" name="task-node-2">
            <a:extLst xmlns:a="http://schemas.openxmlformats.org/drawingml/2006/main">
              <a:ext uri="{FF2B5EF4-FFF2-40B4-BE49-F238E27FC236}">
                <a16:creationId xmlns:a16="http://schemas.microsoft.com/office/drawing/2014/main" id="{A35BB86A-5CBE-402F-BB54-FE3236CDF1B0}"/>
              </a:ext>
            </a:extLst>
          </p:cNvPr>
          <p:cNvSpPr>
            <a:spLocks xmlns:a="http://schemas.openxmlformats.org/drawingml/2006/main" noGrp="1"/>
          </p:cNvSpPr>
          <p:nvPr/>
        </p:nvSpPr>
        <p:spPr>
          <a:xfrm xmlns:a="http://schemas.openxmlformats.org/drawingml/2006/main">
            <a:off x="609600" y="4838700"/>
            <a:ext cx="2857500" cy="571500"/>
          </a:xfrm>
          <a:prstGeom xmlns:a="http://schemas.openxmlformats.org/drawingml/2006/main" prst="rect">
            <a:avLst/>
          </a:prstGeom>
          <a:solidFill xmlns:a="http://schemas.openxmlformats.org/drawingml/2006/main">
            <a:srgbClr val="181818"/>
          </a:solidFill>
          <a:ln xmlns:a="http://schemas.openxmlformats.org/drawingml/2006/main" w="14288">
            <a:solidFill>
              <a:srgbClr val="404040"/>
            </a:solidFill>
            <a:prstDash val="solid"/>
          </a:ln>
        </p:spPr>
      </p:sp>
      <p:sp>
        <p:nvSpPr>
          <p:cNvPr id="18" name="task-text-2">
            <a:extLst xmlns:a="http://schemas.openxmlformats.org/drawingml/2006/main">
              <a:ext uri="{FF2B5EF4-FFF2-40B4-BE49-F238E27FC236}">
                <a16:creationId xmlns:a16="http://schemas.microsoft.com/office/drawing/2014/main" id="{6612775E-4E8E-4CB9-9574-DF5448432843}"/>
              </a:ext>
            </a:extLst>
          </p:cNvPr>
          <p:cNvSpPr>
            <a:spLocks xmlns:a="http://schemas.openxmlformats.org/drawingml/2006/main" noGrp="1"/>
          </p:cNvSpPr>
          <p:nvPr/>
        </p:nvSpPr>
        <p:spPr>
          <a:xfrm xmlns:a="http://schemas.openxmlformats.org/drawingml/2006/main">
            <a:off x="781050" y="49815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Coordinate a workflow</a:t>
            </a:r>
          </a:p>
        </p:txBody>
      </p:sp>
      <p:sp>
        <p:nvSpPr>
          <p:cNvPr id="19" name="compiler-node">
            <a:extLst xmlns:a="http://schemas.openxmlformats.org/drawingml/2006/main">
              <a:ext uri="{FF2B5EF4-FFF2-40B4-BE49-F238E27FC236}">
                <a16:creationId xmlns:a16="http://schemas.microsoft.com/office/drawing/2014/main" id="{582D7B31-8941-4339-BFA6-4E844C1483C8}"/>
              </a:ext>
            </a:extLst>
          </p:cNvPr>
          <p:cNvSpPr>
            <a:spLocks xmlns:a="http://schemas.openxmlformats.org/drawingml/2006/main" noGrp="1"/>
          </p:cNvSpPr>
          <p:nvPr/>
        </p:nvSpPr>
        <p:spPr>
          <a:xfrm xmlns:a="http://schemas.openxmlformats.org/drawingml/2006/main">
            <a:off x="4248150" y="3238500"/>
            <a:ext cx="3476625" cy="2171700"/>
          </a:xfrm>
          <a:prstGeom xmlns:a="http://schemas.openxmlformats.org/drawingml/2006/main" prst="rect">
            <a:avLst/>
          </a:prstGeom>
          <a:solidFill xmlns:a="http://schemas.openxmlformats.org/drawingml/2006/main">
            <a:srgbClr val="F25037"/>
          </a:solidFill>
          <a:ln xmlns:a="http://schemas.openxmlformats.org/drawingml/2006/main" w="14288">
            <a:solidFill>
              <a:srgbClr val="F25037"/>
            </a:solidFill>
            <a:prstDash val="solid"/>
          </a:ln>
        </p:spPr>
      </p:sp>
      <p:sp>
        <p:nvSpPr>
          <p:cNvPr id="20" name="compiler-title">
            <a:extLst xmlns:a="http://schemas.openxmlformats.org/drawingml/2006/main">
              <a:ext uri="{FF2B5EF4-FFF2-40B4-BE49-F238E27FC236}">
                <a16:creationId xmlns:a16="http://schemas.microsoft.com/office/drawing/2014/main" id="{0D05EACF-EB21-4FEA-BCDF-990AA179FA0D}"/>
              </a:ext>
            </a:extLst>
          </p:cNvPr>
          <p:cNvSpPr>
            <a:spLocks xmlns:a="http://schemas.openxmlformats.org/drawingml/2006/main" noGrp="1"/>
          </p:cNvSpPr>
          <p:nvPr/>
        </p:nvSpPr>
        <p:spPr>
          <a:xfrm xmlns:a="http://schemas.openxmlformats.org/drawingml/2006/main">
            <a:off x="4476750" y="3476625"/>
            <a:ext cx="304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FFFFFF"/>
                </a:solidFill>
              </a:defRPr>
            </a:defPPr>
            <a:lvl1pPr>
              <a:defRPr sz="2700" b="1">
                <a:solidFill>
                  <a:srgbClr val="FFFFFF"/>
                </a:solidFill>
              </a:defRPr>
            </a:lvl1pPr>
            <a:lvl2pPr>
              <a:defRPr sz="2700" b="1">
                <a:solidFill>
                  <a:srgbClr val="FFFFFF"/>
                </a:solidFill>
              </a:defRPr>
            </a:lvl2pPr>
            <a:lvl3pPr>
              <a:defRPr sz="2700" b="1">
                <a:solidFill>
                  <a:srgbClr val="FFFFFF"/>
                </a:solidFill>
              </a:defRPr>
            </a:lvl3pPr>
            <a:lvl4pPr>
              <a:defRPr sz="2700" b="1">
                <a:solidFill>
                  <a:srgbClr val="FFFFFF"/>
                </a:solidFill>
              </a:defRPr>
            </a:lvl4pPr>
            <a:lvl5pPr>
              <a:defRPr sz="2700" b="1">
                <a:solidFill>
                  <a:srgbClr val="FFFFFF"/>
                </a:solidFill>
              </a:defRPr>
            </a:lvl5pPr>
            <a:lvl6pPr>
              <a:defRPr sz="2700" b="1">
                <a:solidFill>
                  <a:srgbClr val="FFFFFF"/>
                </a:solidFill>
              </a:defRPr>
            </a:lvl6pPr>
            <a:lvl7pPr>
              <a:defRPr sz="2700" b="1">
                <a:solidFill>
                  <a:srgbClr val="FFFFFF"/>
                </a:solidFill>
              </a:defRPr>
            </a:lvl7pPr>
            <a:lvl8pPr>
              <a:defRPr sz="2700" b="1">
                <a:solidFill>
                  <a:srgbClr val="FFFFFF"/>
                </a:solidFill>
              </a:defRPr>
            </a:lvl8pPr>
            <a:lvl9pPr>
              <a:defRPr sz="2700" b="1">
                <a:solidFill>
                  <a:srgbClr val="FFFFFF"/>
                </a:solidFill>
              </a:defRPr>
            </a:lvl9pPr>
          </a:lstStyle>
          <a:p xmlns:a="http://schemas.openxmlformats.org/drawingml/2006/main">
            <a:pPr>
              <a:defRPr sz="2700" b="1">
                <a:solidFill>
                  <a:srgbClr val="FFFFFF"/>
                </a:solidFill>
              </a:defRPr>
            </a:pPr>
            <a:r>
              <a:rPr sz="2700" b="1">
                <a:solidFill>
                  <a:srgbClr val="FFFFFF"/>
                </a:solidFill>
              </a:rPr>
              <a:t>SPITCHAI</a:t>
            </a:r>
          </a:p>
          <a:p xmlns:a="http://schemas.openxmlformats.org/drawingml/2006/main">
            <a:pPr>
              <a:defRPr sz="2700" b="1">
                <a:solidFill>
                  <a:srgbClr val="FFFFFF"/>
                </a:solidFill>
              </a:defRPr>
            </a:pPr>
            <a:r>
              <a:rPr sz="2700" b="1">
                <a:solidFill>
                  <a:srgbClr val="FFFFFF"/>
                </a:solidFill>
              </a:rPr>
              <a:t>COMPILER</a:t>
            </a:r>
          </a:p>
        </p:txBody>
      </p:sp>
      <p:sp>
        <p:nvSpPr>
          <p:cNvPr id="21" name="compiler-caption">
            <a:extLst xmlns:a="http://schemas.openxmlformats.org/drawingml/2006/main">
              <a:ext uri="{FF2B5EF4-FFF2-40B4-BE49-F238E27FC236}">
                <a16:creationId xmlns:a16="http://schemas.microsoft.com/office/drawing/2014/main" id="{3235B604-E328-4F92-9E32-4DF12286C020}"/>
              </a:ext>
            </a:extLst>
          </p:cNvPr>
          <p:cNvSpPr>
            <a:spLocks xmlns:a="http://schemas.openxmlformats.org/drawingml/2006/main" noGrp="1"/>
          </p:cNvSpPr>
          <p:nvPr/>
        </p:nvSpPr>
        <p:spPr>
          <a:xfrm xmlns:a="http://schemas.openxmlformats.org/drawingml/2006/main">
            <a:off x="4476750" y="4457700"/>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FFFFF"/>
                </a:solidFill>
              </a:defRPr>
            </a:defPPr>
            <a:lvl1pPr>
              <a:defRPr sz="1575" b="0">
                <a:solidFill>
                  <a:srgbClr val="FFFFFF"/>
                </a:solidFill>
              </a:defRPr>
            </a:lvl1pPr>
            <a:lvl2pPr>
              <a:defRPr sz="1575" b="0">
                <a:solidFill>
                  <a:srgbClr val="FFFFFF"/>
                </a:solidFill>
              </a:defRPr>
            </a:lvl2pPr>
            <a:lvl3pPr>
              <a:defRPr sz="1575" b="0">
                <a:solidFill>
                  <a:srgbClr val="FFFFFF"/>
                </a:solidFill>
              </a:defRPr>
            </a:lvl3pPr>
            <a:lvl4pPr>
              <a:defRPr sz="1575" b="0">
                <a:solidFill>
                  <a:srgbClr val="FFFFFF"/>
                </a:solidFill>
              </a:defRPr>
            </a:lvl4pPr>
            <a:lvl5pPr>
              <a:defRPr sz="1575" b="0">
                <a:solidFill>
                  <a:srgbClr val="FFFFFF"/>
                </a:solidFill>
              </a:defRPr>
            </a:lvl5pPr>
            <a:lvl6pPr>
              <a:defRPr sz="1575" b="0">
                <a:solidFill>
                  <a:srgbClr val="FFFFFF"/>
                </a:solidFill>
              </a:defRPr>
            </a:lvl6pPr>
            <a:lvl7pPr>
              <a:defRPr sz="1575" b="0">
                <a:solidFill>
                  <a:srgbClr val="FFFFFF"/>
                </a:solidFill>
              </a:defRPr>
            </a:lvl7pPr>
            <a:lvl8pPr>
              <a:defRPr sz="1575" b="0">
                <a:solidFill>
                  <a:srgbClr val="FFFFFF"/>
                </a:solidFill>
              </a:defRPr>
            </a:lvl8pPr>
            <a:lvl9pPr>
              <a:defRPr sz="1575" b="0">
                <a:solidFill>
                  <a:srgbClr val="FFFFFF"/>
                </a:solidFill>
              </a:defRPr>
            </a:lvl9pPr>
          </a:lstStyle>
          <a:p xmlns:a="http://schemas.openxmlformats.org/drawingml/2006/main">
            <a:pPr>
              <a:defRPr sz="1575" b="0">
                <a:solidFill>
                  <a:srgbClr val="FFFFFF"/>
                </a:solidFill>
              </a:defRPr>
            </a:pPr>
            <a:r>
              <a:rPr sz="1575" b="0">
                <a:solidFill>
                  <a:srgbClr val="FFFFFF"/>
                </a:solidFill>
              </a:rPr>
              <a:t>Infer the requirements</a:t>
            </a:r>
          </a:p>
          <a:p xmlns:a="http://schemas.openxmlformats.org/drawingml/2006/main">
            <a:pPr>
              <a:defRPr sz="1575" b="0">
                <a:solidFill>
                  <a:srgbClr val="FFFFFF"/>
                </a:solidFill>
              </a:defRPr>
            </a:pPr>
            <a:r>
              <a:rPr sz="1575" b="0">
                <a:solidFill>
                  <a:srgbClr val="FFFFFF"/>
                </a:solidFill>
              </a:rPr>
              <a:t>Resolve tools and task logic</a:t>
            </a:r>
          </a:p>
          <a:p xmlns:a="http://schemas.openxmlformats.org/drawingml/2006/main">
            <a:pPr>
              <a:defRPr sz="1575" b="0">
                <a:solidFill>
                  <a:srgbClr val="FFFFFF"/>
                </a:solidFill>
              </a:defRPr>
            </a:pPr>
            <a:r>
              <a:rPr sz="1575" b="0">
                <a:solidFill>
                  <a:srgbClr val="FFFFFF"/>
                </a:solidFill>
              </a:rPr>
              <a:t>Validate the execution plan</a:t>
            </a:r>
          </a:p>
        </p:txBody>
      </p:sp>
      <p:sp>
        <p:nvSpPr>
          <p:cNvPr id="22" name="output-node-0">
            <a:extLst xmlns:a="http://schemas.openxmlformats.org/drawingml/2006/main">
              <a:ext uri="{FF2B5EF4-FFF2-40B4-BE49-F238E27FC236}">
                <a16:creationId xmlns:a16="http://schemas.microsoft.com/office/drawing/2014/main" id="{D6B106D1-5658-43D6-8217-A5A12F7C92C5}"/>
              </a:ext>
            </a:extLst>
          </p:cNvPr>
          <p:cNvSpPr>
            <a:spLocks xmlns:a="http://schemas.openxmlformats.org/drawingml/2006/main" noGrp="1"/>
          </p:cNvSpPr>
          <p:nvPr/>
        </p:nvSpPr>
        <p:spPr>
          <a:xfrm xmlns:a="http://schemas.openxmlformats.org/drawingml/2006/main">
            <a:off x="8763000" y="3238500"/>
            <a:ext cx="2819400" cy="571500"/>
          </a:xfrm>
          <a:prstGeom xmlns:a="http://schemas.openxmlformats.org/drawingml/2006/main" prst="rect">
            <a:avLst/>
          </a:prstGeom>
          <a:solidFill xmlns:a="http://schemas.openxmlformats.org/drawingml/2006/main">
            <a:srgbClr val="181818"/>
          </a:solidFill>
          <a:ln xmlns:a="http://schemas.openxmlformats.org/drawingml/2006/main" w="14288">
            <a:solidFill>
              <a:srgbClr val="404040"/>
            </a:solidFill>
            <a:prstDash val="solid"/>
          </a:ln>
        </p:spPr>
      </p:sp>
      <p:sp>
        <p:nvSpPr>
          <p:cNvPr id="23" name="output-text-0">
            <a:extLst xmlns:a="http://schemas.openxmlformats.org/drawingml/2006/main">
              <a:ext uri="{FF2B5EF4-FFF2-40B4-BE49-F238E27FC236}">
                <a16:creationId xmlns:a16="http://schemas.microsoft.com/office/drawing/2014/main" id="{63415A1F-8C7B-45F9-90FB-B85C56E50FAD}"/>
              </a:ext>
            </a:extLst>
          </p:cNvPr>
          <p:cNvSpPr>
            <a:spLocks xmlns:a="http://schemas.openxmlformats.org/drawingml/2006/main" noGrp="1"/>
          </p:cNvSpPr>
          <p:nvPr/>
        </p:nvSpPr>
        <p:spPr>
          <a:xfrm xmlns:a="http://schemas.openxmlformats.org/drawingml/2006/main">
            <a:off x="8934450" y="33813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Input capture</a:t>
            </a:r>
          </a:p>
        </p:txBody>
      </p:sp>
      <p:sp>
        <p:nvSpPr>
          <p:cNvPr id="24" name="output-node-1">
            <a:extLst xmlns:a="http://schemas.openxmlformats.org/drawingml/2006/main">
              <a:ext uri="{FF2B5EF4-FFF2-40B4-BE49-F238E27FC236}">
                <a16:creationId xmlns:a16="http://schemas.microsoft.com/office/drawing/2014/main" id="{2D4C7B7B-F968-4164-A09B-1EEB3BF4E66C}"/>
              </a:ext>
            </a:extLst>
          </p:cNvPr>
          <p:cNvSpPr>
            <a:spLocks xmlns:a="http://schemas.openxmlformats.org/drawingml/2006/main" noGrp="1"/>
          </p:cNvSpPr>
          <p:nvPr/>
        </p:nvSpPr>
        <p:spPr>
          <a:xfrm xmlns:a="http://schemas.openxmlformats.org/drawingml/2006/main">
            <a:off x="8763000" y="4038600"/>
            <a:ext cx="2819400" cy="571500"/>
          </a:xfrm>
          <a:prstGeom xmlns:a="http://schemas.openxmlformats.org/drawingml/2006/main" prst="rect">
            <a:avLst/>
          </a:prstGeom>
          <a:solidFill xmlns:a="http://schemas.openxmlformats.org/drawingml/2006/main">
            <a:srgbClr val="181818"/>
          </a:solidFill>
          <a:ln xmlns:a="http://schemas.openxmlformats.org/drawingml/2006/main" w="14288">
            <a:solidFill>
              <a:srgbClr val="404040"/>
            </a:solidFill>
            <a:prstDash val="solid"/>
          </a:ln>
        </p:spPr>
      </p:sp>
      <p:sp>
        <p:nvSpPr>
          <p:cNvPr id="25" name="output-text-1">
            <a:extLst xmlns:a="http://schemas.openxmlformats.org/drawingml/2006/main">
              <a:ext uri="{FF2B5EF4-FFF2-40B4-BE49-F238E27FC236}">
                <a16:creationId xmlns:a16="http://schemas.microsoft.com/office/drawing/2014/main" id="{AA7DFB0F-2476-4DFE-AF8F-D947B816E265}"/>
              </a:ext>
            </a:extLst>
          </p:cNvPr>
          <p:cNvSpPr>
            <a:spLocks xmlns:a="http://schemas.openxmlformats.org/drawingml/2006/main" noGrp="1"/>
          </p:cNvSpPr>
          <p:nvPr/>
        </p:nvSpPr>
        <p:spPr>
          <a:xfrm xmlns:a="http://schemas.openxmlformats.org/drawingml/2006/main">
            <a:off x="8934450" y="41814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Computation + APIs</a:t>
            </a:r>
          </a:p>
        </p:txBody>
      </p:sp>
      <p:sp>
        <p:nvSpPr>
          <p:cNvPr id="26" name="output-node-2">
            <a:extLst xmlns:a="http://schemas.openxmlformats.org/drawingml/2006/main">
              <a:ext uri="{FF2B5EF4-FFF2-40B4-BE49-F238E27FC236}">
                <a16:creationId xmlns:a16="http://schemas.microsoft.com/office/drawing/2014/main" id="{F48DB485-D941-4C32-8317-97FF7E00B837}"/>
              </a:ext>
            </a:extLst>
          </p:cNvPr>
          <p:cNvSpPr>
            <a:spLocks xmlns:a="http://schemas.openxmlformats.org/drawingml/2006/main" noGrp="1"/>
          </p:cNvSpPr>
          <p:nvPr/>
        </p:nvSpPr>
        <p:spPr>
          <a:xfrm xmlns:a="http://schemas.openxmlformats.org/drawingml/2006/main">
            <a:off x="8763000" y="4838700"/>
            <a:ext cx="2819400" cy="571500"/>
          </a:xfrm>
          <a:prstGeom xmlns:a="http://schemas.openxmlformats.org/drawingml/2006/main" prst="rect">
            <a:avLst/>
          </a:prstGeom>
          <a:solidFill xmlns:a="http://schemas.openxmlformats.org/drawingml/2006/main">
            <a:srgbClr val="181818"/>
          </a:solidFill>
          <a:ln xmlns:a="http://schemas.openxmlformats.org/drawingml/2006/main" w="14288">
            <a:solidFill>
              <a:srgbClr val="404040"/>
            </a:solidFill>
            <a:prstDash val="solid"/>
          </a:ln>
        </p:spPr>
      </p:sp>
      <p:sp>
        <p:nvSpPr>
          <p:cNvPr id="27" name="output-text-2">
            <a:extLst xmlns:a="http://schemas.openxmlformats.org/drawingml/2006/main">
              <a:ext uri="{FF2B5EF4-FFF2-40B4-BE49-F238E27FC236}">
                <a16:creationId xmlns:a16="http://schemas.microsoft.com/office/drawing/2014/main" id="{3072B2E4-A05F-4E79-9ADB-3122A576CCCB}"/>
              </a:ext>
            </a:extLst>
          </p:cNvPr>
          <p:cNvSpPr>
            <a:spLocks xmlns:a="http://schemas.openxmlformats.org/drawingml/2006/main" noGrp="1"/>
          </p:cNvSpPr>
          <p:nvPr/>
        </p:nvSpPr>
        <p:spPr>
          <a:xfrm xmlns:a="http://schemas.openxmlformats.org/drawingml/2006/main">
            <a:off x="8934450" y="49815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ElevenLabs agent</a:t>
            </a:r>
          </a:p>
        </p:txBody>
      </p:sp>
      <p:sp>
        <p:nvSpPr>
          <p:cNvPr id="28" name="differentiator">
            <a:extLst xmlns:a="http://schemas.openxmlformats.org/drawingml/2006/main">
              <a:ext uri="{FF2B5EF4-FFF2-40B4-BE49-F238E27FC236}">
                <a16:creationId xmlns:a16="http://schemas.microsoft.com/office/drawing/2014/main" id="{E0D79C40-AC8F-4F3E-9D17-4149DF68E90B}"/>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F25037"/>
                </a:solidFill>
              </a:defRPr>
            </a:defPPr>
            <a:lvl1pPr>
              <a:defRPr sz="1950" b="0">
                <a:solidFill>
                  <a:srgbClr val="F25037"/>
                </a:solidFill>
              </a:defRPr>
            </a:lvl1pPr>
            <a:lvl2pPr>
              <a:defRPr sz="1950" b="0">
                <a:solidFill>
                  <a:srgbClr val="F25037"/>
                </a:solidFill>
              </a:defRPr>
            </a:lvl2pPr>
            <a:lvl3pPr>
              <a:defRPr sz="1950" b="0">
                <a:solidFill>
                  <a:srgbClr val="F25037"/>
                </a:solidFill>
              </a:defRPr>
            </a:lvl3pPr>
            <a:lvl4pPr>
              <a:defRPr sz="1950" b="0">
                <a:solidFill>
                  <a:srgbClr val="F25037"/>
                </a:solidFill>
              </a:defRPr>
            </a:lvl4pPr>
            <a:lvl5pPr>
              <a:defRPr sz="1950" b="0">
                <a:solidFill>
                  <a:srgbClr val="F25037"/>
                </a:solidFill>
              </a:defRPr>
            </a:lvl5pPr>
            <a:lvl6pPr>
              <a:defRPr sz="1950" b="0">
                <a:solidFill>
                  <a:srgbClr val="F25037"/>
                </a:solidFill>
              </a:defRPr>
            </a:lvl6pPr>
            <a:lvl7pPr>
              <a:defRPr sz="1950" b="0">
                <a:solidFill>
                  <a:srgbClr val="F25037"/>
                </a:solidFill>
              </a:defRPr>
            </a:lvl7pPr>
            <a:lvl8pPr>
              <a:defRPr sz="1950" b="0">
                <a:solidFill>
                  <a:srgbClr val="F25037"/>
                </a:solidFill>
              </a:defRPr>
            </a:lvl8pPr>
            <a:lvl9pPr>
              <a:defRPr sz="1950" b="0">
                <a:solidFill>
                  <a:srgbClr val="F25037"/>
                </a:solidFill>
              </a:defRPr>
            </a:lvl9pPr>
          </a:lstStyle>
          <a:p xmlns:a="http://schemas.openxmlformats.org/drawingml/2006/main">
            <a:pPr>
              <a:defRPr sz="1950" b="0">
                <a:solidFill>
                  <a:srgbClr val="F25037"/>
                </a:solidFill>
              </a:defRPr>
            </a:pPr>
            <a:r>
              <a:rPr sz="1950" b="0">
                <a:solidFill>
                  <a:srgbClr val="F25037"/>
                </a:solidFill>
              </a:rPr>
              <a:t>Technical focus: compile the required execution pipeline from the task</a:t>
            </a:r>
          </a:p>
        </p:txBody>
      </p:sp>
    </p:spTree>
    <p:extLst>
      <p:ext uri="{BB962C8B-B14F-4D97-AF65-F5344CB8AC3E}">
        <p14:creationId xmlns:p14="http://schemas.microsoft.com/office/powerpoint/2010/main" val="1055485684"/>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E677F85D-6C8C-466E-B459-B7A5EC4ACAC4}"/>
              </a:ext>
            </a:extLst>
          </p:cNvPr>
          <p:cNvCxnSpPr>
            <a:stCxn xmlns:a="http://schemas.openxmlformats.org/drawingml/2006/main" id="21" idx="2"/>
            <a:endCxn xmlns:a="http://schemas.openxmlformats.org/drawingml/2006/main" id="28" idx="0"/>
          </p:cNvCxnSpPr>
          <p:nvPr/>
        </p:nvCxnSpPr>
        <p:spPr>
          <a:xfrm xmlns:a="http://schemas.openxmlformats.org/drawingml/2006/main" flipH="1">
            <a:off x="6096000" y="3400425"/>
            <a:ext cx="4343400" cy="942975"/>
          </a:xfrm>
          <a:prstGeom xmlns:a="http://schemas.openxmlformats.org/drawingml/2006/main" prst="bentConnector4">
            <a:avLst>
              <a:gd name="adj1" fmla="val 0"/>
              <a:gd name="adj2" fmla="val 50000"/>
            </a:avLst>
          </a:prstGeom>
          <a:ln xmlns:a="http://schemas.openxmlformats.org/drawingml/2006/main" w="9525">
            <a:solidFill>
              <a:srgbClr val="999999"/>
            </a:solidFill>
            <a:prstDash val="solid"/>
            <a:tailEnd type="arrow" w="med" len="med"/>
          </a:ln>
        </p:spPr>
      </p:cxnSp>
      <p:cxnSp>
        <p:nvCxnSpPr>
          <p:cNvPr id="3" name="">
            <a:extLst xmlns:a="http://schemas.openxmlformats.org/drawingml/2006/main">
              <a:ext uri="{FF2B5EF4-FFF2-40B4-BE49-F238E27FC236}">
                <a16:creationId xmlns:a16="http://schemas.microsoft.com/office/drawing/2014/main" id="{B2F87D87-D6C2-4018-B619-FB7AD411EBAB}"/>
              </a:ext>
            </a:extLst>
          </p:cNvPr>
          <p:cNvCxnSpPr>
            <a:stCxn xmlns:a="http://schemas.openxmlformats.org/drawingml/2006/main" id="28" idx="3"/>
            <a:endCxn xmlns:a="http://schemas.openxmlformats.org/drawingml/2006/main" id="31" idx="1"/>
          </p:cNvCxnSpPr>
          <p:nvPr/>
        </p:nvCxnSpPr>
        <p:spPr>
          <a:xfrm xmlns:a="http://schemas.openxmlformats.org/drawingml/2006/main">
            <a:off x="7620000" y="4886325"/>
            <a:ext cx="914400" cy="0"/>
          </a:xfrm>
          <a:prstGeom xmlns:a="http://schemas.openxmlformats.org/drawingml/2006/main" prst="straightConnector1">
            <a:avLst/>
          </a:prstGeom>
          <a:ln xmlns:a="http://schemas.openxmlformats.org/drawingml/2006/main" w="15240">
            <a:solidFill>
              <a:srgbClr val="111111"/>
            </a:solidFill>
            <a:prstDash val="solid"/>
            <a:headEnd type="arrow" w="med" len="med"/>
            <a:tailEnd type="arrow" w="med" len="med"/>
          </a:ln>
        </p:spPr>
      </p:cxnSp>
      <p:cxnSp>
        <p:nvCxnSpPr>
          <p:cNvPr id="4" name="">
            <a:extLst xmlns:a="http://schemas.openxmlformats.org/drawingml/2006/main">
              <a:ext uri="{FF2B5EF4-FFF2-40B4-BE49-F238E27FC236}">
                <a16:creationId xmlns:a16="http://schemas.microsoft.com/office/drawing/2014/main" id="{82544746-77F1-409B-9293-417D73729C5F}"/>
              </a:ext>
            </a:extLst>
          </p:cNvPr>
          <p:cNvCxnSpPr>
            <a:stCxn xmlns:a="http://schemas.openxmlformats.org/drawingml/2006/main" id="25" idx="3"/>
            <a:endCxn xmlns:a="http://schemas.openxmlformats.org/drawingml/2006/main" id="28" idx="1"/>
          </p:cNvCxnSpPr>
          <p:nvPr/>
        </p:nvCxnSpPr>
        <p:spPr>
          <a:xfrm xmlns:a="http://schemas.openxmlformats.org/drawingml/2006/main">
            <a:off x="3657600" y="4886325"/>
            <a:ext cx="914400" cy="0"/>
          </a:xfrm>
          <a:prstGeom xmlns:a="http://schemas.openxmlformats.org/drawingml/2006/main" prst="straightConnector1">
            <a:avLst/>
          </a:prstGeom>
          <a:ln xmlns:a="http://schemas.openxmlformats.org/drawingml/2006/main" w="15240">
            <a:solidFill>
              <a:srgbClr val="111111"/>
            </a:solidFill>
            <a:prstDash val="solid"/>
            <a:headEnd type="arrow" w="med" len="med"/>
            <a:tailEnd type="arrow" w="med" len="med"/>
          </a:ln>
        </p:spPr>
      </p:cxnSp>
      <p:cxnSp>
        <p:nvCxnSpPr>
          <p:cNvPr id="5" name="">
            <a:extLst xmlns:a="http://schemas.openxmlformats.org/drawingml/2006/main">
              <a:ext uri="{FF2B5EF4-FFF2-40B4-BE49-F238E27FC236}">
                <a16:creationId xmlns:a16="http://schemas.microsoft.com/office/drawing/2014/main" id="{FDD2A1DA-17D4-4F6F-9529-D0558AB28702}"/>
              </a:ext>
            </a:extLst>
          </p:cNvPr>
          <p:cNvCxnSpPr>
            <a:stCxn xmlns:a="http://schemas.openxmlformats.org/drawingml/2006/main" id="18" idx="3"/>
            <a:endCxn xmlns:a="http://schemas.openxmlformats.org/drawingml/2006/main" id="21" idx="1"/>
          </p:cNvCxnSpPr>
          <p:nvPr/>
        </p:nvCxnSpPr>
        <p:spPr>
          <a:xfrm xmlns:a="http://schemas.openxmlformats.org/drawingml/2006/main">
            <a:off x="8686800" y="2871788"/>
            <a:ext cx="609600" cy="0"/>
          </a:xfrm>
          <a:prstGeom xmlns:a="http://schemas.openxmlformats.org/drawingml/2006/main" prst="straightConnector1">
            <a:avLst/>
          </a:prstGeom>
          <a:ln xmlns:a="http://schemas.openxmlformats.org/drawingml/2006/main" w="15240">
            <a:solidFill>
              <a:srgbClr val="111111"/>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8CB75542-B4CF-4E20-9376-9851355A5B02}"/>
              </a:ext>
            </a:extLst>
          </p:cNvPr>
          <p:cNvCxnSpPr>
            <a:stCxn xmlns:a="http://schemas.openxmlformats.org/drawingml/2006/main" id="15" idx="3"/>
            <a:endCxn xmlns:a="http://schemas.openxmlformats.org/drawingml/2006/main" id="18" idx="1"/>
          </p:cNvCxnSpPr>
          <p:nvPr/>
        </p:nvCxnSpPr>
        <p:spPr>
          <a:xfrm xmlns:a="http://schemas.openxmlformats.org/drawingml/2006/main">
            <a:off x="5791200" y="2871788"/>
            <a:ext cx="609600" cy="0"/>
          </a:xfrm>
          <a:prstGeom xmlns:a="http://schemas.openxmlformats.org/drawingml/2006/main" prst="straightConnector1">
            <a:avLst/>
          </a:prstGeom>
          <a:ln xmlns:a="http://schemas.openxmlformats.org/drawingml/2006/main" w="15240">
            <a:solidFill>
              <a:srgbClr val="111111"/>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1841BEA9-2C7F-42D2-8707-C5E046639951}"/>
              </a:ext>
            </a:extLst>
          </p:cNvPr>
          <p:cNvCxnSpPr>
            <a:stCxn xmlns:a="http://schemas.openxmlformats.org/drawingml/2006/main" id="12" idx="3"/>
            <a:endCxn xmlns:a="http://schemas.openxmlformats.org/drawingml/2006/main" id="15" idx="1"/>
          </p:cNvCxnSpPr>
          <p:nvPr/>
        </p:nvCxnSpPr>
        <p:spPr>
          <a:xfrm xmlns:a="http://schemas.openxmlformats.org/drawingml/2006/main">
            <a:off x="2895600" y="2871788"/>
            <a:ext cx="609600" cy="0"/>
          </a:xfrm>
          <a:prstGeom xmlns:a="http://schemas.openxmlformats.org/drawingml/2006/main" prst="straightConnector1">
            <a:avLst/>
          </a:prstGeom>
          <a:ln xmlns:a="http://schemas.openxmlformats.org/drawingml/2006/main" w="15240">
            <a:solidFill>
              <a:srgbClr val="111111"/>
            </a:solidFill>
            <a:prstDash val="solid"/>
            <a:tailEnd type="arrow" w="med" len="med"/>
          </a:ln>
        </p:spPr>
      </p:cxnSp>
      <p:sp>
        <p:nvSpPr>
          <p:cNvPr id="8" name="section">
            <a:extLst xmlns:a="http://schemas.openxmlformats.org/drawingml/2006/main">
              <a:ext uri="{FF2B5EF4-FFF2-40B4-BE49-F238E27FC236}">
                <a16:creationId xmlns:a16="http://schemas.microsoft.com/office/drawing/2014/main" id="{E7C7D1D2-5316-4F15-A691-4A3A1BAEE789}"/>
              </a:ext>
            </a:extLst>
          </p:cNvPr>
          <p:cNvSpPr>
            <a:spLocks xmlns:a="http://schemas.openxmlformats.org/drawingml/2006/main" noGrp="1"/>
          </p:cNvSpPr>
          <p:nvPr/>
        </p:nvSpPr>
        <p:spPr>
          <a:xfrm xmlns:a="http://schemas.openxmlformats.org/drawingml/2006/main">
            <a:off x="609600" y="40005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1">
                <a:solidFill>
                  <a:srgbClr val="111111"/>
                </a:solidFill>
                <a:latin typeface="Work Sans"/>
                <a:ea typeface="Work Sans"/>
                <a:cs typeface="Work Sans"/>
              </a:defRPr>
            </a:defPPr>
            <a:lvl1pPr>
              <a:defRPr sz="1350" b="1">
                <a:solidFill>
                  <a:srgbClr val="111111"/>
                </a:solidFill>
                <a:latin typeface="Work Sans"/>
                <a:ea typeface="Work Sans"/>
                <a:cs typeface="Work Sans"/>
              </a:defRPr>
            </a:lvl1pPr>
            <a:lvl2pPr>
              <a:defRPr sz="1350" b="1">
                <a:solidFill>
                  <a:srgbClr val="111111"/>
                </a:solidFill>
                <a:latin typeface="Work Sans"/>
                <a:ea typeface="Work Sans"/>
                <a:cs typeface="Work Sans"/>
              </a:defRPr>
            </a:lvl2pPr>
            <a:lvl3pPr>
              <a:defRPr sz="1350" b="1">
                <a:solidFill>
                  <a:srgbClr val="111111"/>
                </a:solidFill>
                <a:latin typeface="Work Sans"/>
                <a:ea typeface="Work Sans"/>
                <a:cs typeface="Work Sans"/>
              </a:defRPr>
            </a:lvl3pPr>
            <a:lvl4pPr>
              <a:defRPr sz="1350" b="1">
                <a:solidFill>
                  <a:srgbClr val="111111"/>
                </a:solidFill>
                <a:latin typeface="Work Sans"/>
                <a:ea typeface="Work Sans"/>
                <a:cs typeface="Work Sans"/>
              </a:defRPr>
            </a:lvl4pPr>
            <a:lvl5pPr>
              <a:defRPr sz="1350" b="1">
                <a:solidFill>
                  <a:srgbClr val="111111"/>
                </a:solidFill>
                <a:latin typeface="Work Sans"/>
                <a:ea typeface="Work Sans"/>
                <a:cs typeface="Work Sans"/>
              </a:defRPr>
            </a:lvl5pPr>
            <a:lvl6pPr>
              <a:defRPr sz="1350" b="1">
                <a:solidFill>
                  <a:srgbClr val="111111"/>
                </a:solidFill>
                <a:latin typeface="Work Sans"/>
                <a:ea typeface="Work Sans"/>
                <a:cs typeface="Work Sans"/>
              </a:defRPr>
            </a:lvl6pPr>
            <a:lvl7pPr>
              <a:defRPr sz="1350" b="1">
                <a:solidFill>
                  <a:srgbClr val="111111"/>
                </a:solidFill>
                <a:latin typeface="Work Sans"/>
                <a:ea typeface="Work Sans"/>
                <a:cs typeface="Work Sans"/>
              </a:defRPr>
            </a:lvl7pPr>
            <a:lvl8pPr>
              <a:defRPr sz="1350" b="1">
                <a:solidFill>
                  <a:srgbClr val="111111"/>
                </a:solidFill>
                <a:latin typeface="Work Sans"/>
                <a:ea typeface="Work Sans"/>
                <a:cs typeface="Work Sans"/>
              </a:defRPr>
            </a:lvl8pPr>
            <a:lvl9pPr>
              <a:defRPr sz="1350" b="1">
                <a:solidFill>
                  <a:srgbClr val="111111"/>
                </a:solidFill>
                <a:latin typeface="Work Sans"/>
                <a:ea typeface="Work Sans"/>
                <a:cs typeface="Work Sans"/>
              </a:defRPr>
            </a:lvl9pPr>
          </a:lstStyle>
          <a:p xmlns:a="http://schemas.openxmlformats.org/drawingml/2006/main">
            <a:pPr>
              <a:defRPr sz="1350" b="1">
                <a:solidFill>
                  <a:srgbClr val="111111"/>
                </a:solidFill>
                <a:latin typeface="Work Sans"/>
                <a:ea typeface="Work Sans"/>
                <a:cs typeface="Work Sans"/>
              </a:defRPr>
            </a:pPr>
            <a:r>
              <a:rPr sz="1350" b="1">
                <a:solidFill>
                  <a:srgbClr val="111111"/>
                </a:solidFill>
                <a:latin typeface="Work Sans"/>
                <a:ea typeface="Work Sans"/>
                <a:cs typeface="Work Sans"/>
              </a:rPr>
              <a:t>ARCHITECTURE + TECH STACK</a:t>
            </a:r>
          </a:p>
        </p:txBody>
      </p:sp>
      <p:sp>
        <p:nvSpPr>
          <p:cNvPr id="9" name="slide-number">
            <a:extLst xmlns:a="http://schemas.openxmlformats.org/drawingml/2006/main">
              <a:ext uri="{FF2B5EF4-FFF2-40B4-BE49-F238E27FC236}">
                <a16:creationId xmlns:a16="http://schemas.microsoft.com/office/drawing/2014/main" id="{4AF2FCA8-753C-4DF7-A6B4-D7E85E1A0B05}"/>
              </a:ext>
            </a:extLst>
          </p:cNvPr>
          <p:cNvSpPr>
            <a:spLocks xmlns:a="http://schemas.openxmlformats.org/drawingml/2006/main" noGrp="1"/>
          </p:cNvSpPr>
          <p:nvPr/>
        </p:nvSpPr>
        <p:spPr>
          <a:xfrm xmlns:a="http://schemas.openxmlformats.org/drawingml/2006/main">
            <a:off x="11182350" y="63341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0">
                <a:solidFill>
                  <a:srgbClr val="6B6B6B"/>
                </a:solidFill>
                <a:latin typeface="Work Sans"/>
                <a:ea typeface="Work Sans"/>
                <a:cs typeface="Work Sans"/>
              </a:defRPr>
            </a:defPPr>
            <a:lvl1pPr>
              <a:defRPr sz="1275" b="0">
                <a:solidFill>
                  <a:srgbClr val="6B6B6B"/>
                </a:solidFill>
                <a:latin typeface="Work Sans"/>
                <a:ea typeface="Work Sans"/>
                <a:cs typeface="Work Sans"/>
              </a:defRPr>
            </a:lvl1pPr>
            <a:lvl2pPr>
              <a:defRPr sz="1275" b="0">
                <a:solidFill>
                  <a:srgbClr val="6B6B6B"/>
                </a:solidFill>
                <a:latin typeface="Work Sans"/>
                <a:ea typeface="Work Sans"/>
                <a:cs typeface="Work Sans"/>
              </a:defRPr>
            </a:lvl2pPr>
            <a:lvl3pPr>
              <a:defRPr sz="1275" b="0">
                <a:solidFill>
                  <a:srgbClr val="6B6B6B"/>
                </a:solidFill>
                <a:latin typeface="Work Sans"/>
                <a:ea typeface="Work Sans"/>
                <a:cs typeface="Work Sans"/>
              </a:defRPr>
            </a:lvl3pPr>
            <a:lvl4pPr>
              <a:defRPr sz="1275" b="0">
                <a:solidFill>
                  <a:srgbClr val="6B6B6B"/>
                </a:solidFill>
                <a:latin typeface="Work Sans"/>
                <a:ea typeface="Work Sans"/>
                <a:cs typeface="Work Sans"/>
              </a:defRPr>
            </a:lvl4pPr>
            <a:lvl5pPr>
              <a:defRPr sz="1275" b="0">
                <a:solidFill>
                  <a:srgbClr val="6B6B6B"/>
                </a:solidFill>
                <a:latin typeface="Work Sans"/>
                <a:ea typeface="Work Sans"/>
                <a:cs typeface="Work Sans"/>
              </a:defRPr>
            </a:lvl5pPr>
            <a:lvl6pPr>
              <a:defRPr sz="1275" b="0">
                <a:solidFill>
                  <a:srgbClr val="6B6B6B"/>
                </a:solidFill>
                <a:latin typeface="Work Sans"/>
                <a:ea typeface="Work Sans"/>
                <a:cs typeface="Work Sans"/>
              </a:defRPr>
            </a:lvl6pPr>
            <a:lvl7pPr>
              <a:defRPr sz="1275" b="0">
                <a:solidFill>
                  <a:srgbClr val="6B6B6B"/>
                </a:solidFill>
                <a:latin typeface="Work Sans"/>
                <a:ea typeface="Work Sans"/>
                <a:cs typeface="Work Sans"/>
              </a:defRPr>
            </a:lvl7pPr>
            <a:lvl8pPr>
              <a:defRPr sz="1275" b="0">
                <a:solidFill>
                  <a:srgbClr val="6B6B6B"/>
                </a:solidFill>
                <a:latin typeface="Work Sans"/>
                <a:ea typeface="Work Sans"/>
                <a:cs typeface="Work Sans"/>
              </a:defRPr>
            </a:lvl8pPr>
            <a:lvl9pPr>
              <a:defRPr sz="1275" b="0">
                <a:solidFill>
                  <a:srgbClr val="6B6B6B"/>
                </a:solidFill>
                <a:latin typeface="Work Sans"/>
                <a:ea typeface="Work Sans"/>
                <a:cs typeface="Work Sans"/>
              </a:defRPr>
            </a:lvl9pPr>
          </a:lstStyle>
          <a:p xmlns:a="http://schemas.openxmlformats.org/drawingml/2006/main">
            <a:pPr>
              <a:defRPr sz="1275" b="0">
                <a:solidFill>
                  <a:srgbClr val="6B6B6B"/>
                </a:solidFill>
                <a:latin typeface="Work Sans"/>
                <a:ea typeface="Work Sans"/>
                <a:cs typeface="Work Sans"/>
              </a:defRPr>
            </a:pPr>
            <a:r>
              <a:rPr sz="1275" b="0">
                <a:solidFill>
                  <a:srgbClr val="6B6B6B"/>
                </a:solidFill>
                <a:latin typeface="Work Sans"/>
                <a:ea typeface="Work Sans"/>
                <a:cs typeface="Work Sans"/>
              </a:rPr>
              <a:t>04</a:t>
            </a:r>
          </a:p>
        </p:txBody>
      </p:sp>
      <p:sp>
        <p:nvSpPr>
          <p:cNvPr id="10" name="headline">
            <a:extLst xmlns:a="http://schemas.openxmlformats.org/drawingml/2006/main">
              <a:ext uri="{FF2B5EF4-FFF2-40B4-BE49-F238E27FC236}">
                <a16:creationId xmlns:a16="http://schemas.microsoft.com/office/drawing/2014/main" id="{88AD46A1-1344-4764-A63F-25E843A700DB}"/>
              </a:ext>
            </a:extLst>
          </p:cNvPr>
          <p:cNvSpPr>
            <a:spLocks xmlns:a="http://schemas.openxmlformats.org/drawingml/2006/main" noGrp="1"/>
          </p:cNvSpPr>
          <p:nvPr/>
        </p:nvSpPr>
        <p:spPr>
          <a:xfrm xmlns:a="http://schemas.openxmlformats.org/drawingml/2006/main">
            <a:off x="609600" y="9810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75" b="1">
                <a:solidFill>
                  <a:srgbClr val="111111"/>
                </a:solidFill>
                <a:latin typeface="Work Sans"/>
                <a:ea typeface="Work Sans"/>
                <a:cs typeface="Work Sans"/>
              </a:defRPr>
            </a:defPPr>
            <a:lvl1pPr>
              <a:defRPr sz="3975" b="1">
                <a:solidFill>
                  <a:srgbClr val="111111"/>
                </a:solidFill>
                <a:latin typeface="Work Sans"/>
                <a:ea typeface="Work Sans"/>
                <a:cs typeface="Work Sans"/>
              </a:defRPr>
            </a:lvl1pPr>
            <a:lvl2pPr>
              <a:defRPr sz="3975" b="1">
                <a:solidFill>
                  <a:srgbClr val="111111"/>
                </a:solidFill>
                <a:latin typeface="Work Sans"/>
                <a:ea typeface="Work Sans"/>
                <a:cs typeface="Work Sans"/>
              </a:defRPr>
            </a:lvl2pPr>
            <a:lvl3pPr>
              <a:defRPr sz="3975" b="1">
                <a:solidFill>
                  <a:srgbClr val="111111"/>
                </a:solidFill>
                <a:latin typeface="Work Sans"/>
                <a:ea typeface="Work Sans"/>
                <a:cs typeface="Work Sans"/>
              </a:defRPr>
            </a:lvl3pPr>
            <a:lvl4pPr>
              <a:defRPr sz="3975" b="1">
                <a:solidFill>
                  <a:srgbClr val="111111"/>
                </a:solidFill>
                <a:latin typeface="Work Sans"/>
                <a:ea typeface="Work Sans"/>
                <a:cs typeface="Work Sans"/>
              </a:defRPr>
            </a:lvl4pPr>
            <a:lvl5pPr>
              <a:defRPr sz="3975" b="1">
                <a:solidFill>
                  <a:srgbClr val="111111"/>
                </a:solidFill>
                <a:latin typeface="Work Sans"/>
                <a:ea typeface="Work Sans"/>
                <a:cs typeface="Work Sans"/>
              </a:defRPr>
            </a:lvl5pPr>
            <a:lvl6pPr>
              <a:defRPr sz="3975" b="1">
                <a:solidFill>
                  <a:srgbClr val="111111"/>
                </a:solidFill>
                <a:latin typeface="Work Sans"/>
                <a:ea typeface="Work Sans"/>
                <a:cs typeface="Work Sans"/>
              </a:defRPr>
            </a:lvl6pPr>
            <a:lvl7pPr>
              <a:defRPr sz="3975" b="1">
                <a:solidFill>
                  <a:srgbClr val="111111"/>
                </a:solidFill>
                <a:latin typeface="Work Sans"/>
                <a:ea typeface="Work Sans"/>
                <a:cs typeface="Work Sans"/>
              </a:defRPr>
            </a:lvl7pPr>
            <a:lvl8pPr>
              <a:defRPr sz="3975" b="1">
                <a:solidFill>
                  <a:srgbClr val="111111"/>
                </a:solidFill>
                <a:latin typeface="Work Sans"/>
                <a:ea typeface="Work Sans"/>
                <a:cs typeface="Work Sans"/>
              </a:defRPr>
            </a:lvl8pPr>
            <a:lvl9pPr>
              <a:defRPr sz="3975" b="1">
                <a:solidFill>
                  <a:srgbClr val="111111"/>
                </a:solidFill>
                <a:latin typeface="Work Sans"/>
                <a:ea typeface="Work Sans"/>
                <a:cs typeface="Work Sans"/>
              </a:defRPr>
            </a:lvl9pPr>
          </a:lstStyle>
          <a:p xmlns:a="http://schemas.openxmlformats.org/drawingml/2006/main">
            <a:pPr>
              <a:defRPr sz="3975" b="1">
                <a:solidFill>
                  <a:srgbClr val="111111"/>
                </a:solidFill>
                <a:latin typeface="Work Sans"/>
                <a:ea typeface="Work Sans"/>
                <a:cs typeface="Work Sans"/>
              </a:defRPr>
            </a:pPr>
            <a:r>
              <a:rPr sz="3975" b="1">
                <a:solidFill>
                  <a:srgbClr val="111111"/>
                </a:solidFill>
                <a:latin typeface="Work Sans"/>
                <a:ea typeface="Work Sans"/>
                <a:cs typeface="Work Sans"/>
              </a:rPr>
              <a:t>Compilation and execution</a:t>
            </a:r>
          </a:p>
        </p:txBody>
      </p:sp>
      <p:sp>
        <p:nvSpPr>
          <p:cNvPr id="11" name="build-label">
            <a:extLst xmlns:a="http://schemas.openxmlformats.org/drawingml/2006/main">
              <a:ext uri="{FF2B5EF4-FFF2-40B4-BE49-F238E27FC236}">
                <a16:creationId xmlns:a16="http://schemas.microsoft.com/office/drawing/2014/main" id="{7FFF9543-C3FB-443D-9F4E-AE4963F21B48}"/>
              </a:ext>
            </a:extLst>
          </p:cNvPr>
          <p:cNvSpPr>
            <a:spLocks xmlns:a="http://schemas.openxmlformats.org/drawingml/2006/main" noGrp="1"/>
          </p:cNvSpPr>
          <p:nvPr/>
        </p:nvSpPr>
        <p:spPr>
          <a:xfrm xmlns:a="http://schemas.openxmlformats.org/drawingml/2006/main">
            <a:off x="609600" y="18954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F25037"/>
                </a:solidFill>
                <a:latin typeface="Work Sans"/>
                <a:ea typeface="Work Sans"/>
                <a:cs typeface="Work Sans"/>
              </a:defRPr>
            </a:defPPr>
            <a:lvl1pPr>
              <a:defRPr sz="1275" b="1">
                <a:solidFill>
                  <a:srgbClr val="F25037"/>
                </a:solidFill>
                <a:latin typeface="Work Sans"/>
                <a:ea typeface="Work Sans"/>
                <a:cs typeface="Work Sans"/>
              </a:defRPr>
            </a:lvl1pPr>
            <a:lvl2pPr>
              <a:defRPr sz="1275" b="1">
                <a:solidFill>
                  <a:srgbClr val="F25037"/>
                </a:solidFill>
                <a:latin typeface="Work Sans"/>
                <a:ea typeface="Work Sans"/>
                <a:cs typeface="Work Sans"/>
              </a:defRPr>
            </a:lvl2pPr>
            <a:lvl3pPr>
              <a:defRPr sz="1275" b="1">
                <a:solidFill>
                  <a:srgbClr val="F25037"/>
                </a:solidFill>
                <a:latin typeface="Work Sans"/>
                <a:ea typeface="Work Sans"/>
                <a:cs typeface="Work Sans"/>
              </a:defRPr>
            </a:lvl3pPr>
            <a:lvl4pPr>
              <a:defRPr sz="1275" b="1">
                <a:solidFill>
                  <a:srgbClr val="F25037"/>
                </a:solidFill>
                <a:latin typeface="Work Sans"/>
                <a:ea typeface="Work Sans"/>
                <a:cs typeface="Work Sans"/>
              </a:defRPr>
            </a:lvl4pPr>
            <a:lvl5pPr>
              <a:defRPr sz="1275" b="1">
                <a:solidFill>
                  <a:srgbClr val="F25037"/>
                </a:solidFill>
                <a:latin typeface="Work Sans"/>
                <a:ea typeface="Work Sans"/>
                <a:cs typeface="Work Sans"/>
              </a:defRPr>
            </a:lvl5pPr>
            <a:lvl6pPr>
              <a:defRPr sz="1275" b="1">
                <a:solidFill>
                  <a:srgbClr val="F25037"/>
                </a:solidFill>
                <a:latin typeface="Work Sans"/>
                <a:ea typeface="Work Sans"/>
                <a:cs typeface="Work Sans"/>
              </a:defRPr>
            </a:lvl6pPr>
            <a:lvl7pPr>
              <a:defRPr sz="1275" b="1">
                <a:solidFill>
                  <a:srgbClr val="F25037"/>
                </a:solidFill>
                <a:latin typeface="Work Sans"/>
                <a:ea typeface="Work Sans"/>
                <a:cs typeface="Work Sans"/>
              </a:defRPr>
            </a:lvl7pPr>
            <a:lvl8pPr>
              <a:defRPr sz="1275" b="1">
                <a:solidFill>
                  <a:srgbClr val="F25037"/>
                </a:solidFill>
                <a:latin typeface="Work Sans"/>
                <a:ea typeface="Work Sans"/>
                <a:cs typeface="Work Sans"/>
              </a:defRPr>
            </a:lvl8pPr>
            <a:lvl9pPr>
              <a:defRPr sz="1275" b="1">
                <a:solidFill>
                  <a:srgbClr val="F25037"/>
                </a:solidFill>
                <a:latin typeface="Work Sans"/>
                <a:ea typeface="Work Sans"/>
                <a:cs typeface="Work Sans"/>
              </a:defRPr>
            </a:lvl9pPr>
          </a:lstStyle>
          <a:p xmlns:a="http://schemas.openxmlformats.org/drawingml/2006/main">
            <a:pPr>
              <a:defRPr sz="1275" b="1">
                <a:solidFill>
                  <a:srgbClr val="F25037"/>
                </a:solidFill>
                <a:latin typeface="Work Sans"/>
                <a:ea typeface="Work Sans"/>
                <a:cs typeface="Work Sans"/>
              </a:defRPr>
            </a:pPr>
            <a:r>
              <a:rPr sz="1275" b="1">
                <a:solidFill>
                  <a:srgbClr val="F25037"/>
                </a:solidFill>
                <a:latin typeface="Work Sans"/>
                <a:ea typeface="Work Sans"/>
                <a:cs typeface="Work Sans"/>
              </a:rPr>
              <a:t>BUILD TIME</a:t>
            </a:r>
          </a:p>
        </p:txBody>
      </p:sp>
      <p:sp>
        <p:nvSpPr>
          <p:cNvPr id="12" name="agent-spec">
            <a:extLst xmlns:a="http://schemas.openxmlformats.org/drawingml/2006/main">
              <a:ext uri="{FF2B5EF4-FFF2-40B4-BE49-F238E27FC236}">
                <a16:creationId xmlns:a16="http://schemas.microsoft.com/office/drawing/2014/main" id="{33144EBA-405D-4214-A453-4839FA3FAFE9}"/>
              </a:ext>
            </a:extLst>
          </p:cNvPr>
          <p:cNvSpPr>
            <a:spLocks xmlns:a="http://schemas.openxmlformats.org/drawingml/2006/main" noGrp="1"/>
          </p:cNvSpPr>
          <p:nvPr/>
        </p:nvSpPr>
        <p:spPr>
          <a:xfrm xmlns:a="http://schemas.openxmlformats.org/drawingml/2006/main">
            <a:off x="609600" y="2343150"/>
            <a:ext cx="2286000" cy="1057275"/>
          </a:xfrm>
          <a:prstGeom xmlns:a="http://schemas.openxmlformats.org/drawingml/2006/main" prst="rect">
            <a:avLst/>
          </a:prstGeom>
          <a:solidFill xmlns:a="http://schemas.openxmlformats.org/drawingml/2006/main">
            <a:srgbClr val="F7F6F2"/>
          </a:solidFill>
          <a:ln xmlns:a="http://schemas.openxmlformats.org/drawingml/2006/main" w="9525">
            <a:solidFill>
              <a:srgbClr val="C9C9C9"/>
            </a:solidFill>
            <a:prstDash val="solid"/>
          </a:ln>
        </p:spPr>
      </p:sp>
      <p:sp>
        <p:nvSpPr>
          <p:cNvPr id="13" name="agent-spec-title">
            <a:extLst xmlns:a="http://schemas.openxmlformats.org/drawingml/2006/main">
              <a:ext uri="{FF2B5EF4-FFF2-40B4-BE49-F238E27FC236}">
                <a16:creationId xmlns:a16="http://schemas.microsoft.com/office/drawing/2014/main" id="{C74FF27F-7C24-4A9A-A284-4E782D1CF5DF}"/>
              </a:ext>
            </a:extLst>
          </p:cNvPr>
          <p:cNvSpPr>
            <a:spLocks xmlns:a="http://schemas.openxmlformats.org/drawingml/2006/main" noGrp="1"/>
          </p:cNvSpPr>
          <p:nvPr/>
        </p:nvSpPr>
        <p:spPr>
          <a:xfrm xmlns:a="http://schemas.openxmlformats.org/drawingml/2006/main">
            <a:off x="762000" y="2486025"/>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11111"/>
                </a:solidFill>
                <a:latin typeface="Work Sans"/>
                <a:ea typeface="Work Sans"/>
                <a:cs typeface="Work Sans"/>
              </a:defRPr>
            </a:defPPr>
            <a:lvl1pPr>
              <a:defRPr sz="1875" b="1">
                <a:solidFill>
                  <a:srgbClr val="111111"/>
                </a:solidFill>
                <a:latin typeface="Work Sans"/>
                <a:ea typeface="Work Sans"/>
                <a:cs typeface="Work Sans"/>
              </a:defRPr>
            </a:lvl1pPr>
            <a:lvl2pPr>
              <a:defRPr sz="1875" b="1">
                <a:solidFill>
                  <a:srgbClr val="111111"/>
                </a:solidFill>
                <a:latin typeface="Work Sans"/>
                <a:ea typeface="Work Sans"/>
                <a:cs typeface="Work Sans"/>
              </a:defRPr>
            </a:lvl2pPr>
            <a:lvl3pPr>
              <a:defRPr sz="1875" b="1">
                <a:solidFill>
                  <a:srgbClr val="111111"/>
                </a:solidFill>
                <a:latin typeface="Work Sans"/>
                <a:ea typeface="Work Sans"/>
                <a:cs typeface="Work Sans"/>
              </a:defRPr>
            </a:lvl3pPr>
            <a:lvl4pPr>
              <a:defRPr sz="1875" b="1">
                <a:solidFill>
                  <a:srgbClr val="111111"/>
                </a:solidFill>
                <a:latin typeface="Work Sans"/>
                <a:ea typeface="Work Sans"/>
                <a:cs typeface="Work Sans"/>
              </a:defRPr>
            </a:lvl4pPr>
            <a:lvl5pPr>
              <a:defRPr sz="1875" b="1">
                <a:solidFill>
                  <a:srgbClr val="111111"/>
                </a:solidFill>
                <a:latin typeface="Work Sans"/>
                <a:ea typeface="Work Sans"/>
                <a:cs typeface="Work Sans"/>
              </a:defRPr>
            </a:lvl5pPr>
            <a:lvl6pPr>
              <a:defRPr sz="1875" b="1">
                <a:solidFill>
                  <a:srgbClr val="111111"/>
                </a:solidFill>
                <a:latin typeface="Work Sans"/>
                <a:ea typeface="Work Sans"/>
                <a:cs typeface="Work Sans"/>
              </a:defRPr>
            </a:lvl6pPr>
            <a:lvl7pPr>
              <a:defRPr sz="1875" b="1">
                <a:solidFill>
                  <a:srgbClr val="111111"/>
                </a:solidFill>
                <a:latin typeface="Work Sans"/>
                <a:ea typeface="Work Sans"/>
                <a:cs typeface="Work Sans"/>
              </a:defRPr>
            </a:lvl7pPr>
            <a:lvl8pPr>
              <a:defRPr sz="1875" b="1">
                <a:solidFill>
                  <a:srgbClr val="111111"/>
                </a:solidFill>
                <a:latin typeface="Work Sans"/>
                <a:ea typeface="Work Sans"/>
                <a:cs typeface="Work Sans"/>
              </a:defRPr>
            </a:lvl8pPr>
            <a:lvl9pPr>
              <a:defRPr sz="1875" b="1">
                <a:solidFill>
                  <a:srgbClr val="111111"/>
                </a:solidFill>
                <a:latin typeface="Work Sans"/>
                <a:ea typeface="Work Sans"/>
                <a:cs typeface="Work Sans"/>
              </a:defRPr>
            </a:lvl9pPr>
          </a:lstStyle>
          <a:p xmlns:a="http://schemas.openxmlformats.org/drawingml/2006/main">
            <a:pPr>
              <a:defRPr sz="1875" b="1">
                <a:solidFill>
                  <a:srgbClr val="111111"/>
                </a:solidFill>
                <a:latin typeface="Work Sans"/>
                <a:ea typeface="Work Sans"/>
                <a:cs typeface="Work Sans"/>
              </a:defRPr>
            </a:pPr>
            <a:r>
              <a:rPr sz="1875" b="1">
                <a:solidFill>
                  <a:srgbClr val="111111"/>
                </a:solidFill>
                <a:latin typeface="Work Sans"/>
                <a:ea typeface="Work Sans"/>
                <a:cs typeface="Work Sans"/>
              </a:rPr>
              <a:t>Agent spec</a:t>
            </a:r>
          </a:p>
        </p:txBody>
      </p:sp>
      <p:sp>
        <p:nvSpPr>
          <p:cNvPr id="14" name="agent-spec-body">
            <a:extLst xmlns:a="http://schemas.openxmlformats.org/drawingml/2006/main">
              <a:ext uri="{FF2B5EF4-FFF2-40B4-BE49-F238E27FC236}">
                <a16:creationId xmlns:a16="http://schemas.microsoft.com/office/drawing/2014/main" id="{5BF60F6D-6665-4972-8F39-4DF7B4B9222A}"/>
              </a:ext>
            </a:extLst>
          </p:cNvPr>
          <p:cNvSpPr>
            <a:spLocks xmlns:a="http://schemas.openxmlformats.org/drawingml/2006/main" noGrp="1"/>
          </p:cNvSpPr>
          <p:nvPr/>
        </p:nvSpPr>
        <p:spPr>
          <a:xfrm xmlns:a="http://schemas.openxmlformats.org/drawingml/2006/main">
            <a:off x="762000" y="2886075"/>
            <a:ext cx="19812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111111"/>
                </a:solidFill>
                <a:latin typeface="Work Sans"/>
                <a:ea typeface="Work Sans"/>
                <a:cs typeface="Work Sans"/>
              </a:defRPr>
            </a:defPPr>
            <a:lvl1pPr>
              <a:defRPr sz="1575" b="0">
                <a:solidFill>
                  <a:srgbClr val="111111"/>
                </a:solidFill>
                <a:latin typeface="Work Sans"/>
                <a:ea typeface="Work Sans"/>
                <a:cs typeface="Work Sans"/>
              </a:defRPr>
            </a:lvl1pPr>
            <a:lvl2pPr>
              <a:defRPr sz="1575" b="0">
                <a:solidFill>
                  <a:srgbClr val="111111"/>
                </a:solidFill>
                <a:latin typeface="Work Sans"/>
                <a:ea typeface="Work Sans"/>
                <a:cs typeface="Work Sans"/>
              </a:defRPr>
            </a:lvl2pPr>
            <a:lvl3pPr>
              <a:defRPr sz="1575" b="0">
                <a:solidFill>
                  <a:srgbClr val="111111"/>
                </a:solidFill>
                <a:latin typeface="Work Sans"/>
                <a:ea typeface="Work Sans"/>
                <a:cs typeface="Work Sans"/>
              </a:defRPr>
            </a:lvl3pPr>
            <a:lvl4pPr>
              <a:defRPr sz="1575" b="0">
                <a:solidFill>
                  <a:srgbClr val="111111"/>
                </a:solidFill>
                <a:latin typeface="Work Sans"/>
                <a:ea typeface="Work Sans"/>
                <a:cs typeface="Work Sans"/>
              </a:defRPr>
            </a:lvl4pPr>
            <a:lvl5pPr>
              <a:defRPr sz="1575" b="0">
                <a:solidFill>
                  <a:srgbClr val="111111"/>
                </a:solidFill>
                <a:latin typeface="Work Sans"/>
                <a:ea typeface="Work Sans"/>
                <a:cs typeface="Work Sans"/>
              </a:defRPr>
            </a:lvl5pPr>
            <a:lvl6pPr>
              <a:defRPr sz="1575" b="0">
                <a:solidFill>
                  <a:srgbClr val="111111"/>
                </a:solidFill>
                <a:latin typeface="Work Sans"/>
                <a:ea typeface="Work Sans"/>
                <a:cs typeface="Work Sans"/>
              </a:defRPr>
            </a:lvl6pPr>
            <a:lvl7pPr>
              <a:defRPr sz="1575" b="0">
                <a:solidFill>
                  <a:srgbClr val="111111"/>
                </a:solidFill>
                <a:latin typeface="Work Sans"/>
                <a:ea typeface="Work Sans"/>
                <a:cs typeface="Work Sans"/>
              </a:defRPr>
            </a:lvl7pPr>
            <a:lvl8pPr>
              <a:defRPr sz="1575" b="0">
                <a:solidFill>
                  <a:srgbClr val="111111"/>
                </a:solidFill>
                <a:latin typeface="Work Sans"/>
                <a:ea typeface="Work Sans"/>
                <a:cs typeface="Work Sans"/>
              </a:defRPr>
            </a:lvl8pPr>
            <a:lvl9pPr>
              <a:defRPr sz="1575" b="0">
                <a:solidFill>
                  <a:srgbClr val="111111"/>
                </a:solidFill>
                <a:latin typeface="Work Sans"/>
                <a:ea typeface="Work Sans"/>
                <a:cs typeface="Work Sans"/>
              </a:defRPr>
            </a:lvl9pPr>
          </a:lstStyle>
          <a:p xmlns:a="http://schemas.openxmlformats.org/drawingml/2006/main">
            <a:pPr>
              <a:defRPr sz="1575" b="0">
                <a:solidFill>
                  <a:srgbClr val="111111"/>
                </a:solidFill>
                <a:latin typeface="Work Sans"/>
                <a:ea typeface="Work Sans"/>
                <a:cs typeface="Work Sans"/>
              </a:defRPr>
            </a:pPr>
            <a:r>
              <a:rPr sz="1575" b="0">
                <a:solidFill>
                  <a:srgbClr val="111111"/>
                </a:solidFill>
                <a:latin typeface="Work Sans"/>
                <a:ea typeface="Work Sans"/>
                <a:cs typeface="Work Sans"/>
              </a:rPr>
              <a:t>Task, inputs, outcomes</a:t>
            </a:r>
          </a:p>
        </p:txBody>
      </p:sp>
      <p:sp>
        <p:nvSpPr>
          <p:cNvPr id="15" name="compiler">
            <a:extLst xmlns:a="http://schemas.openxmlformats.org/drawingml/2006/main">
              <a:ext uri="{FF2B5EF4-FFF2-40B4-BE49-F238E27FC236}">
                <a16:creationId xmlns:a16="http://schemas.microsoft.com/office/drawing/2014/main" id="{C3C917C6-38E8-44BF-B477-E0BF3553D373}"/>
              </a:ext>
            </a:extLst>
          </p:cNvPr>
          <p:cNvSpPr>
            <a:spLocks xmlns:a="http://schemas.openxmlformats.org/drawingml/2006/main" noGrp="1"/>
          </p:cNvSpPr>
          <p:nvPr/>
        </p:nvSpPr>
        <p:spPr>
          <a:xfrm xmlns:a="http://schemas.openxmlformats.org/drawingml/2006/main">
            <a:off x="3505200" y="2343150"/>
            <a:ext cx="2286000" cy="1057275"/>
          </a:xfrm>
          <a:prstGeom xmlns:a="http://schemas.openxmlformats.org/drawingml/2006/main" prst="rect">
            <a:avLst/>
          </a:prstGeom>
          <a:solidFill xmlns:a="http://schemas.openxmlformats.org/drawingml/2006/main">
            <a:srgbClr val="F25037"/>
          </a:solidFill>
          <a:ln xmlns:a="http://schemas.openxmlformats.org/drawingml/2006/main" w="9525">
            <a:solidFill>
              <a:srgbClr val="F25037"/>
            </a:solidFill>
            <a:prstDash val="solid"/>
          </a:ln>
        </p:spPr>
      </p:sp>
      <p:sp>
        <p:nvSpPr>
          <p:cNvPr id="16" name="compiler-title">
            <a:extLst xmlns:a="http://schemas.openxmlformats.org/drawingml/2006/main">
              <a:ext uri="{FF2B5EF4-FFF2-40B4-BE49-F238E27FC236}">
                <a16:creationId xmlns:a16="http://schemas.microsoft.com/office/drawing/2014/main" id="{A4962ADE-6740-4C66-82AF-A0C958328B66}"/>
              </a:ext>
            </a:extLst>
          </p:cNvPr>
          <p:cNvSpPr>
            <a:spLocks xmlns:a="http://schemas.openxmlformats.org/drawingml/2006/main" noGrp="1"/>
          </p:cNvSpPr>
          <p:nvPr/>
        </p:nvSpPr>
        <p:spPr>
          <a:xfrm xmlns:a="http://schemas.openxmlformats.org/drawingml/2006/main">
            <a:off x="3657600" y="2486025"/>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FFFFFF"/>
                </a:solidFill>
                <a:latin typeface="Work Sans"/>
                <a:ea typeface="Work Sans"/>
                <a:cs typeface="Work Sans"/>
              </a:defRPr>
            </a:defPPr>
            <a:lvl1pPr>
              <a:defRPr sz="1875" b="1">
                <a:solidFill>
                  <a:srgbClr val="FFFFFF"/>
                </a:solidFill>
                <a:latin typeface="Work Sans"/>
                <a:ea typeface="Work Sans"/>
                <a:cs typeface="Work Sans"/>
              </a:defRPr>
            </a:lvl1pPr>
            <a:lvl2pPr>
              <a:defRPr sz="1875" b="1">
                <a:solidFill>
                  <a:srgbClr val="FFFFFF"/>
                </a:solidFill>
                <a:latin typeface="Work Sans"/>
                <a:ea typeface="Work Sans"/>
                <a:cs typeface="Work Sans"/>
              </a:defRPr>
            </a:lvl2pPr>
            <a:lvl3pPr>
              <a:defRPr sz="1875" b="1">
                <a:solidFill>
                  <a:srgbClr val="FFFFFF"/>
                </a:solidFill>
                <a:latin typeface="Work Sans"/>
                <a:ea typeface="Work Sans"/>
                <a:cs typeface="Work Sans"/>
              </a:defRPr>
            </a:lvl3pPr>
            <a:lvl4pPr>
              <a:defRPr sz="1875" b="1">
                <a:solidFill>
                  <a:srgbClr val="FFFFFF"/>
                </a:solidFill>
                <a:latin typeface="Work Sans"/>
                <a:ea typeface="Work Sans"/>
                <a:cs typeface="Work Sans"/>
              </a:defRPr>
            </a:lvl4pPr>
            <a:lvl5pPr>
              <a:defRPr sz="1875" b="1">
                <a:solidFill>
                  <a:srgbClr val="FFFFFF"/>
                </a:solidFill>
                <a:latin typeface="Work Sans"/>
                <a:ea typeface="Work Sans"/>
                <a:cs typeface="Work Sans"/>
              </a:defRPr>
            </a:lvl5pPr>
            <a:lvl6pPr>
              <a:defRPr sz="1875" b="1">
                <a:solidFill>
                  <a:srgbClr val="FFFFFF"/>
                </a:solidFill>
                <a:latin typeface="Work Sans"/>
                <a:ea typeface="Work Sans"/>
                <a:cs typeface="Work Sans"/>
              </a:defRPr>
            </a:lvl6pPr>
            <a:lvl7pPr>
              <a:defRPr sz="1875" b="1">
                <a:solidFill>
                  <a:srgbClr val="FFFFFF"/>
                </a:solidFill>
                <a:latin typeface="Work Sans"/>
                <a:ea typeface="Work Sans"/>
                <a:cs typeface="Work Sans"/>
              </a:defRPr>
            </a:lvl7pPr>
            <a:lvl8pPr>
              <a:defRPr sz="1875" b="1">
                <a:solidFill>
                  <a:srgbClr val="FFFFFF"/>
                </a:solidFill>
                <a:latin typeface="Work Sans"/>
                <a:ea typeface="Work Sans"/>
                <a:cs typeface="Work Sans"/>
              </a:defRPr>
            </a:lvl8pPr>
            <a:lvl9pPr>
              <a:defRPr sz="1875" b="1">
                <a:solidFill>
                  <a:srgbClr val="FFFFFF"/>
                </a:solidFill>
                <a:latin typeface="Work Sans"/>
                <a:ea typeface="Work Sans"/>
                <a:cs typeface="Work Sans"/>
              </a:defRPr>
            </a:lvl9pPr>
          </a:lstStyle>
          <a:p xmlns:a="http://schemas.openxmlformats.org/drawingml/2006/main">
            <a:pPr>
              <a:defRPr sz="1875" b="1">
                <a:solidFill>
                  <a:srgbClr val="FFFFFF"/>
                </a:solidFill>
                <a:latin typeface="Work Sans"/>
                <a:ea typeface="Work Sans"/>
                <a:cs typeface="Work Sans"/>
              </a:defRPr>
            </a:pPr>
            <a:r>
              <a:rPr sz="1875" b="1">
                <a:solidFill>
                  <a:srgbClr val="FFFFFF"/>
                </a:solidFill>
                <a:latin typeface="Work Sans"/>
                <a:ea typeface="Work Sans"/>
                <a:cs typeface="Work Sans"/>
              </a:rPr>
              <a:t>Compiler</a:t>
            </a:r>
          </a:p>
        </p:txBody>
      </p:sp>
      <p:sp>
        <p:nvSpPr>
          <p:cNvPr id="17" name="compiler-body">
            <a:extLst xmlns:a="http://schemas.openxmlformats.org/drawingml/2006/main">
              <a:ext uri="{FF2B5EF4-FFF2-40B4-BE49-F238E27FC236}">
                <a16:creationId xmlns:a16="http://schemas.microsoft.com/office/drawing/2014/main" id="{B7C7FDDF-7D1A-4687-8BEA-E655A1957ED9}"/>
              </a:ext>
            </a:extLst>
          </p:cNvPr>
          <p:cNvSpPr>
            <a:spLocks xmlns:a="http://schemas.openxmlformats.org/drawingml/2006/main" noGrp="1"/>
          </p:cNvSpPr>
          <p:nvPr/>
        </p:nvSpPr>
        <p:spPr>
          <a:xfrm xmlns:a="http://schemas.openxmlformats.org/drawingml/2006/main">
            <a:off x="3657600" y="2886075"/>
            <a:ext cx="19812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FFFFFF"/>
                </a:solidFill>
                <a:latin typeface="Work Sans"/>
                <a:ea typeface="Work Sans"/>
                <a:cs typeface="Work Sans"/>
              </a:defRPr>
            </a:defPPr>
            <a:lvl1pPr>
              <a:defRPr sz="1575" b="0">
                <a:solidFill>
                  <a:srgbClr val="FFFFFF"/>
                </a:solidFill>
                <a:latin typeface="Work Sans"/>
                <a:ea typeface="Work Sans"/>
                <a:cs typeface="Work Sans"/>
              </a:defRPr>
            </a:lvl1pPr>
            <a:lvl2pPr>
              <a:defRPr sz="1575" b="0">
                <a:solidFill>
                  <a:srgbClr val="FFFFFF"/>
                </a:solidFill>
                <a:latin typeface="Work Sans"/>
                <a:ea typeface="Work Sans"/>
                <a:cs typeface="Work Sans"/>
              </a:defRPr>
            </a:lvl2pPr>
            <a:lvl3pPr>
              <a:defRPr sz="1575" b="0">
                <a:solidFill>
                  <a:srgbClr val="FFFFFF"/>
                </a:solidFill>
                <a:latin typeface="Work Sans"/>
                <a:ea typeface="Work Sans"/>
                <a:cs typeface="Work Sans"/>
              </a:defRPr>
            </a:lvl3pPr>
            <a:lvl4pPr>
              <a:defRPr sz="1575" b="0">
                <a:solidFill>
                  <a:srgbClr val="FFFFFF"/>
                </a:solidFill>
                <a:latin typeface="Work Sans"/>
                <a:ea typeface="Work Sans"/>
                <a:cs typeface="Work Sans"/>
              </a:defRPr>
            </a:lvl4pPr>
            <a:lvl5pPr>
              <a:defRPr sz="1575" b="0">
                <a:solidFill>
                  <a:srgbClr val="FFFFFF"/>
                </a:solidFill>
                <a:latin typeface="Work Sans"/>
                <a:ea typeface="Work Sans"/>
                <a:cs typeface="Work Sans"/>
              </a:defRPr>
            </a:lvl5pPr>
            <a:lvl6pPr>
              <a:defRPr sz="1575" b="0">
                <a:solidFill>
                  <a:srgbClr val="FFFFFF"/>
                </a:solidFill>
                <a:latin typeface="Work Sans"/>
                <a:ea typeface="Work Sans"/>
                <a:cs typeface="Work Sans"/>
              </a:defRPr>
            </a:lvl6pPr>
            <a:lvl7pPr>
              <a:defRPr sz="1575" b="0">
                <a:solidFill>
                  <a:srgbClr val="FFFFFF"/>
                </a:solidFill>
                <a:latin typeface="Work Sans"/>
                <a:ea typeface="Work Sans"/>
                <a:cs typeface="Work Sans"/>
              </a:defRPr>
            </a:lvl7pPr>
            <a:lvl8pPr>
              <a:defRPr sz="1575" b="0">
                <a:solidFill>
                  <a:srgbClr val="FFFFFF"/>
                </a:solidFill>
                <a:latin typeface="Work Sans"/>
                <a:ea typeface="Work Sans"/>
                <a:cs typeface="Work Sans"/>
              </a:defRPr>
            </a:lvl8pPr>
            <a:lvl9pPr>
              <a:defRPr sz="1575" b="0">
                <a:solidFill>
                  <a:srgbClr val="FFFFFF"/>
                </a:solidFill>
                <a:latin typeface="Work Sans"/>
                <a:ea typeface="Work Sans"/>
                <a:cs typeface="Work Sans"/>
              </a:defRPr>
            </a:lvl9pPr>
          </a:lstStyle>
          <a:p xmlns:a="http://schemas.openxmlformats.org/drawingml/2006/main">
            <a:pPr>
              <a:defRPr sz="1575" b="0">
                <a:solidFill>
                  <a:srgbClr val="FFFFFF"/>
                </a:solidFill>
                <a:latin typeface="Work Sans"/>
                <a:ea typeface="Work Sans"/>
                <a:cs typeface="Work Sans"/>
              </a:defRPr>
            </a:pPr>
            <a:r>
              <a:rPr sz="1575" b="0">
                <a:solidFill>
                  <a:srgbClr val="FFFFFF"/>
                </a:solidFill>
                <a:latin typeface="Work Sans"/>
                <a:ea typeface="Work Sans"/>
                <a:cs typeface="Work Sans"/>
              </a:rPr>
              <a:t>Resolve + compose tools</a:t>
            </a:r>
          </a:p>
        </p:txBody>
      </p:sp>
      <p:sp>
        <p:nvSpPr>
          <p:cNvPr id="18" name="validation">
            <a:extLst xmlns:a="http://schemas.openxmlformats.org/drawingml/2006/main">
              <a:ext uri="{FF2B5EF4-FFF2-40B4-BE49-F238E27FC236}">
                <a16:creationId xmlns:a16="http://schemas.microsoft.com/office/drawing/2014/main" id="{3509D0F3-983E-453B-AC8A-ED006CD5461A}"/>
              </a:ext>
            </a:extLst>
          </p:cNvPr>
          <p:cNvSpPr>
            <a:spLocks xmlns:a="http://schemas.openxmlformats.org/drawingml/2006/main" noGrp="1"/>
          </p:cNvSpPr>
          <p:nvPr/>
        </p:nvSpPr>
        <p:spPr>
          <a:xfrm xmlns:a="http://schemas.openxmlformats.org/drawingml/2006/main">
            <a:off x="6400800" y="2343150"/>
            <a:ext cx="2286000" cy="1057275"/>
          </a:xfrm>
          <a:prstGeom xmlns:a="http://schemas.openxmlformats.org/drawingml/2006/main" prst="rect">
            <a:avLst/>
          </a:prstGeom>
          <a:solidFill xmlns:a="http://schemas.openxmlformats.org/drawingml/2006/main">
            <a:srgbClr val="F7F6F2"/>
          </a:solidFill>
          <a:ln xmlns:a="http://schemas.openxmlformats.org/drawingml/2006/main" w="9525">
            <a:solidFill>
              <a:srgbClr val="C9C9C9"/>
            </a:solidFill>
            <a:prstDash val="solid"/>
          </a:ln>
        </p:spPr>
      </p:sp>
      <p:sp>
        <p:nvSpPr>
          <p:cNvPr id="19" name="validation-title">
            <a:extLst xmlns:a="http://schemas.openxmlformats.org/drawingml/2006/main">
              <a:ext uri="{FF2B5EF4-FFF2-40B4-BE49-F238E27FC236}">
                <a16:creationId xmlns:a16="http://schemas.microsoft.com/office/drawing/2014/main" id="{63586463-46A0-45EB-A4E9-4F1F8222B322}"/>
              </a:ext>
            </a:extLst>
          </p:cNvPr>
          <p:cNvSpPr>
            <a:spLocks xmlns:a="http://schemas.openxmlformats.org/drawingml/2006/main" noGrp="1"/>
          </p:cNvSpPr>
          <p:nvPr/>
        </p:nvSpPr>
        <p:spPr>
          <a:xfrm xmlns:a="http://schemas.openxmlformats.org/drawingml/2006/main">
            <a:off x="6553200" y="2486025"/>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11111"/>
                </a:solidFill>
                <a:latin typeface="Work Sans"/>
                <a:ea typeface="Work Sans"/>
                <a:cs typeface="Work Sans"/>
              </a:defRPr>
            </a:defPPr>
            <a:lvl1pPr>
              <a:defRPr sz="1875" b="1">
                <a:solidFill>
                  <a:srgbClr val="111111"/>
                </a:solidFill>
                <a:latin typeface="Work Sans"/>
                <a:ea typeface="Work Sans"/>
                <a:cs typeface="Work Sans"/>
              </a:defRPr>
            </a:lvl1pPr>
            <a:lvl2pPr>
              <a:defRPr sz="1875" b="1">
                <a:solidFill>
                  <a:srgbClr val="111111"/>
                </a:solidFill>
                <a:latin typeface="Work Sans"/>
                <a:ea typeface="Work Sans"/>
                <a:cs typeface="Work Sans"/>
              </a:defRPr>
            </a:lvl2pPr>
            <a:lvl3pPr>
              <a:defRPr sz="1875" b="1">
                <a:solidFill>
                  <a:srgbClr val="111111"/>
                </a:solidFill>
                <a:latin typeface="Work Sans"/>
                <a:ea typeface="Work Sans"/>
                <a:cs typeface="Work Sans"/>
              </a:defRPr>
            </a:lvl3pPr>
            <a:lvl4pPr>
              <a:defRPr sz="1875" b="1">
                <a:solidFill>
                  <a:srgbClr val="111111"/>
                </a:solidFill>
                <a:latin typeface="Work Sans"/>
                <a:ea typeface="Work Sans"/>
                <a:cs typeface="Work Sans"/>
              </a:defRPr>
            </a:lvl4pPr>
            <a:lvl5pPr>
              <a:defRPr sz="1875" b="1">
                <a:solidFill>
                  <a:srgbClr val="111111"/>
                </a:solidFill>
                <a:latin typeface="Work Sans"/>
                <a:ea typeface="Work Sans"/>
                <a:cs typeface="Work Sans"/>
              </a:defRPr>
            </a:lvl5pPr>
            <a:lvl6pPr>
              <a:defRPr sz="1875" b="1">
                <a:solidFill>
                  <a:srgbClr val="111111"/>
                </a:solidFill>
                <a:latin typeface="Work Sans"/>
                <a:ea typeface="Work Sans"/>
                <a:cs typeface="Work Sans"/>
              </a:defRPr>
            </a:lvl6pPr>
            <a:lvl7pPr>
              <a:defRPr sz="1875" b="1">
                <a:solidFill>
                  <a:srgbClr val="111111"/>
                </a:solidFill>
                <a:latin typeface="Work Sans"/>
                <a:ea typeface="Work Sans"/>
                <a:cs typeface="Work Sans"/>
              </a:defRPr>
            </a:lvl7pPr>
            <a:lvl8pPr>
              <a:defRPr sz="1875" b="1">
                <a:solidFill>
                  <a:srgbClr val="111111"/>
                </a:solidFill>
                <a:latin typeface="Work Sans"/>
                <a:ea typeface="Work Sans"/>
                <a:cs typeface="Work Sans"/>
              </a:defRPr>
            </a:lvl8pPr>
            <a:lvl9pPr>
              <a:defRPr sz="1875" b="1">
                <a:solidFill>
                  <a:srgbClr val="111111"/>
                </a:solidFill>
                <a:latin typeface="Work Sans"/>
                <a:ea typeface="Work Sans"/>
                <a:cs typeface="Work Sans"/>
              </a:defRPr>
            </a:lvl9pPr>
          </a:lstStyle>
          <a:p xmlns:a="http://schemas.openxmlformats.org/drawingml/2006/main">
            <a:pPr>
              <a:defRPr sz="1875" b="1">
                <a:solidFill>
                  <a:srgbClr val="111111"/>
                </a:solidFill>
                <a:latin typeface="Work Sans"/>
                <a:ea typeface="Work Sans"/>
                <a:cs typeface="Work Sans"/>
              </a:defRPr>
            </a:pPr>
            <a:r>
              <a:rPr sz="1875" b="1">
                <a:solidFill>
                  <a:srgbClr val="111111"/>
                </a:solidFill>
                <a:latin typeface="Work Sans"/>
                <a:ea typeface="Work Sans"/>
                <a:cs typeface="Work Sans"/>
              </a:rPr>
              <a:t>Validation</a:t>
            </a:r>
          </a:p>
        </p:txBody>
      </p:sp>
      <p:sp>
        <p:nvSpPr>
          <p:cNvPr id="20" name="validation-body">
            <a:extLst xmlns:a="http://schemas.openxmlformats.org/drawingml/2006/main">
              <a:ext uri="{FF2B5EF4-FFF2-40B4-BE49-F238E27FC236}">
                <a16:creationId xmlns:a16="http://schemas.microsoft.com/office/drawing/2014/main" id="{C9B79B26-FE0E-4215-9340-742B2A6FE27A}"/>
              </a:ext>
            </a:extLst>
          </p:cNvPr>
          <p:cNvSpPr>
            <a:spLocks xmlns:a="http://schemas.openxmlformats.org/drawingml/2006/main" noGrp="1"/>
          </p:cNvSpPr>
          <p:nvPr/>
        </p:nvSpPr>
        <p:spPr>
          <a:xfrm xmlns:a="http://schemas.openxmlformats.org/drawingml/2006/main">
            <a:off x="6553200" y="2886075"/>
            <a:ext cx="19812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111111"/>
                </a:solidFill>
                <a:latin typeface="Work Sans"/>
                <a:ea typeface="Work Sans"/>
                <a:cs typeface="Work Sans"/>
              </a:defRPr>
            </a:defPPr>
            <a:lvl1pPr>
              <a:defRPr sz="1575" b="0">
                <a:solidFill>
                  <a:srgbClr val="111111"/>
                </a:solidFill>
                <a:latin typeface="Work Sans"/>
                <a:ea typeface="Work Sans"/>
                <a:cs typeface="Work Sans"/>
              </a:defRPr>
            </a:lvl1pPr>
            <a:lvl2pPr>
              <a:defRPr sz="1575" b="0">
                <a:solidFill>
                  <a:srgbClr val="111111"/>
                </a:solidFill>
                <a:latin typeface="Work Sans"/>
                <a:ea typeface="Work Sans"/>
                <a:cs typeface="Work Sans"/>
              </a:defRPr>
            </a:lvl2pPr>
            <a:lvl3pPr>
              <a:defRPr sz="1575" b="0">
                <a:solidFill>
                  <a:srgbClr val="111111"/>
                </a:solidFill>
                <a:latin typeface="Work Sans"/>
                <a:ea typeface="Work Sans"/>
                <a:cs typeface="Work Sans"/>
              </a:defRPr>
            </a:lvl3pPr>
            <a:lvl4pPr>
              <a:defRPr sz="1575" b="0">
                <a:solidFill>
                  <a:srgbClr val="111111"/>
                </a:solidFill>
                <a:latin typeface="Work Sans"/>
                <a:ea typeface="Work Sans"/>
                <a:cs typeface="Work Sans"/>
              </a:defRPr>
            </a:lvl4pPr>
            <a:lvl5pPr>
              <a:defRPr sz="1575" b="0">
                <a:solidFill>
                  <a:srgbClr val="111111"/>
                </a:solidFill>
                <a:latin typeface="Work Sans"/>
                <a:ea typeface="Work Sans"/>
                <a:cs typeface="Work Sans"/>
              </a:defRPr>
            </a:lvl5pPr>
            <a:lvl6pPr>
              <a:defRPr sz="1575" b="0">
                <a:solidFill>
                  <a:srgbClr val="111111"/>
                </a:solidFill>
                <a:latin typeface="Work Sans"/>
                <a:ea typeface="Work Sans"/>
                <a:cs typeface="Work Sans"/>
              </a:defRPr>
            </a:lvl6pPr>
            <a:lvl7pPr>
              <a:defRPr sz="1575" b="0">
                <a:solidFill>
                  <a:srgbClr val="111111"/>
                </a:solidFill>
                <a:latin typeface="Work Sans"/>
                <a:ea typeface="Work Sans"/>
                <a:cs typeface="Work Sans"/>
              </a:defRPr>
            </a:lvl7pPr>
            <a:lvl8pPr>
              <a:defRPr sz="1575" b="0">
                <a:solidFill>
                  <a:srgbClr val="111111"/>
                </a:solidFill>
                <a:latin typeface="Work Sans"/>
                <a:ea typeface="Work Sans"/>
                <a:cs typeface="Work Sans"/>
              </a:defRPr>
            </a:lvl8pPr>
            <a:lvl9pPr>
              <a:defRPr sz="1575" b="0">
                <a:solidFill>
                  <a:srgbClr val="111111"/>
                </a:solidFill>
                <a:latin typeface="Work Sans"/>
                <a:ea typeface="Work Sans"/>
                <a:cs typeface="Work Sans"/>
              </a:defRPr>
            </a:lvl9pPr>
          </a:lstStyle>
          <a:p xmlns:a="http://schemas.openxmlformats.org/drawingml/2006/main">
            <a:pPr>
              <a:defRPr sz="1575" b="0">
                <a:solidFill>
                  <a:srgbClr val="111111"/>
                </a:solidFill>
                <a:latin typeface="Work Sans"/>
                <a:ea typeface="Work Sans"/>
                <a:cs typeface="Work Sans"/>
              </a:defRPr>
            </a:pPr>
            <a:r>
              <a:rPr sz="1575" b="0">
                <a:solidFill>
                  <a:srgbClr val="111111"/>
                </a:solidFill>
                <a:latin typeface="Work Sans"/>
                <a:ea typeface="Work Sans"/>
                <a:cs typeface="Work Sans"/>
              </a:rPr>
              <a:t>Reference checks</a:t>
            </a:r>
          </a:p>
        </p:txBody>
      </p:sp>
      <p:sp>
        <p:nvSpPr>
          <p:cNvPr id="21" name="manifest">
            <a:extLst xmlns:a="http://schemas.openxmlformats.org/drawingml/2006/main">
              <a:ext uri="{FF2B5EF4-FFF2-40B4-BE49-F238E27FC236}">
                <a16:creationId xmlns:a16="http://schemas.microsoft.com/office/drawing/2014/main" id="{F95A2232-9197-47DC-B491-737AD80D8878}"/>
              </a:ext>
            </a:extLst>
          </p:cNvPr>
          <p:cNvSpPr>
            <a:spLocks xmlns:a="http://schemas.openxmlformats.org/drawingml/2006/main" noGrp="1"/>
          </p:cNvSpPr>
          <p:nvPr/>
        </p:nvSpPr>
        <p:spPr>
          <a:xfrm xmlns:a="http://schemas.openxmlformats.org/drawingml/2006/main">
            <a:off x="9296400" y="2343150"/>
            <a:ext cx="2286000" cy="1057275"/>
          </a:xfrm>
          <a:prstGeom xmlns:a="http://schemas.openxmlformats.org/drawingml/2006/main" prst="rect">
            <a:avLst/>
          </a:prstGeom>
          <a:solidFill xmlns:a="http://schemas.openxmlformats.org/drawingml/2006/main">
            <a:srgbClr val="F7F6F2"/>
          </a:solidFill>
          <a:ln xmlns:a="http://schemas.openxmlformats.org/drawingml/2006/main" w="9525">
            <a:solidFill>
              <a:srgbClr val="C9C9C9"/>
            </a:solidFill>
            <a:prstDash val="solid"/>
          </a:ln>
        </p:spPr>
      </p:sp>
      <p:sp>
        <p:nvSpPr>
          <p:cNvPr id="22" name="manifest-title">
            <a:extLst xmlns:a="http://schemas.openxmlformats.org/drawingml/2006/main">
              <a:ext uri="{FF2B5EF4-FFF2-40B4-BE49-F238E27FC236}">
                <a16:creationId xmlns:a16="http://schemas.microsoft.com/office/drawing/2014/main" id="{7C994956-3AEE-4FED-B0EA-031ECC936277}"/>
              </a:ext>
            </a:extLst>
          </p:cNvPr>
          <p:cNvSpPr>
            <a:spLocks xmlns:a="http://schemas.openxmlformats.org/drawingml/2006/main" noGrp="1"/>
          </p:cNvSpPr>
          <p:nvPr/>
        </p:nvSpPr>
        <p:spPr>
          <a:xfrm xmlns:a="http://schemas.openxmlformats.org/drawingml/2006/main">
            <a:off x="9448800" y="2486025"/>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11111"/>
                </a:solidFill>
                <a:latin typeface="Work Sans"/>
                <a:ea typeface="Work Sans"/>
                <a:cs typeface="Work Sans"/>
              </a:defRPr>
            </a:defPPr>
            <a:lvl1pPr>
              <a:defRPr sz="1875" b="1">
                <a:solidFill>
                  <a:srgbClr val="111111"/>
                </a:solidFill>
                <a:latin typeface="Work Sans"/>
                <a:ea typeface="Work Sans"/>
                <a:cs typeface="Work Sans"/>
              </a:defRPr>
            </a:lvl1pPr>
            <a:lvl2pPr>
              <a:defRPr sz="1875" b="1">
                <a:solidFill>
                  <a:srgbClr val="111111"/>
                </a:solidFill>
                <a:latin typeface="Work Sans"/>
                <a:ea typeface="Work Sans"/>
                <a:cs typeface="Work Sans"/>
              </a:defRPr>
            </a:lvl2pPr>
            <a:lvl3pPr>
              <a:defRPr sz="1875" b="1">
                <a:solidFill>
                  <a:srgbClr val="111111"/>
                </a:solidFill>
                <a:latin typeface="Work Sans"/>
                <a:ea typeface="Work Sans"/>
                <a:cs typeface="Work Sans"/>
              </a:defRPr>
            </a:lvl3pPr>
            <a:lvl4pPr>
              <a:defRPr sz="1875" b="1">
                <a:solidFill>
                  <a:srgbClr val="111111"/>
                </a:solidFill>
                <a:latin typeface="Work Sans"/>
                <a:ea typeface="Work Sans"/>
                <a:cs typeface="Work Sans"/>
              </a:defRPr>
            </a:lvl4pPr>
            <a:lvl5pPr>
              <a:defRPr sz="1875" b="1">
                <a:solidFill>
                  <a:srgbClr val="111111"/>
                </a:solidFill>
                <a:latin typeface="Work Sans"/>
                <a:ea typeface="Work Sans"/>
                <a:cs typeface="Work Sans"/>
              </a:defRPr>
            </a:lvl5pPr>
            <a:lvl6pPr>
              <a:defRPr sz="1875" b="1">
                <a:solidFill>
                  <a:srgbClr val="111111"/>
                </a:solidFill>
                <a:latin typeface="Work Sans"/>
                <a:ea typeface="Work Sans"/>
                <a:cs typeface="Work Sans"/>
              </a:defRPr>
            </a:lvl6pPr>
            <a:lvl7pPr>
              <a:defRPr sz="1875" b="1">
                <a:solidFill>
                  <a:srgbClr val="111111"/>
                </a:solidFill>
                <a:latin typeface="Work Sans"/>
                <a:ea typeface="Work Sans"/>
                <a:cs typeface="Work Sans"/>
              </a:defRPr>
            </a:lvl7pPr>
            <a:lvl8pPr>
              <a:defRPr sz="1875" b="1">
                <a:solidFill>
                  <a:srgbClr val="111111"/>
                </a:solidFill>
                <a:latin typeface="Work Sans"/>
                <a:ea typeface="Work Sans"/>
                <a:cs typeface="Work Sans"/>
              </a:defRPr>
            </a:lvl8pPr>
            <a:lvl9pPr>
              <a:defRPr sz="1875" b="1">
                <a:solidFill>
                  <a:srgbClr val="111111"/>
                </a:solidFill>
                <a:latin typeface="Work Sans"/>
                <a:ea typeface="Work Sans"/>
                <a:cs typeface="Work Sans"/>
              </a:defRPr>
            </a:lvl9pPr>
          </a:lstStyle>
          <a:p xmlns:a="http://schemas.openxmlformats.org/drawingml/2006/main">
            <a:pPr>
              <a:defRPr sz="1875" b="1">
                <a:solidFill>
                  <a:srgbClr val="111111"/>
                </a:solidFill>
                <a:latin typeface="Work Sans"/>
                <a:ea typeface="Work Sans"/>
                <a:cs typeface="Work Sans"/>
              </a:defRPr>
            </a:pPr>
            <a:r>
              <a:rPr sz="1875" b="1">
                <a:solidFill>
                  <a:srgbClr val="111111"/>
                </a:solidFill>
                <a:latin typeface="Work Sans"/>
                <a:ea typeface="Work Sans"/>
                <a:cs typeface="Work Sans"/>
              </a:rPr>
              <a:t>Manifest</a:t>
            </a:r>
          </a:p>
        </p:txBody>
      </p:sp>
      <p:sp>
        <p:nvSpPr>
          <p:cNvPr id="23" name="manifest-body">
            <a:extLst xmlns:a="http://schemas.openxmlformats.org/drawingml/2006/main">
              <a:ext uri="{FF2B5EF4-FFF2-40B4-BE49-F238E27FC236}">
                <a16:creationId xmlns:a16="http://schemas.microsoft.com/office/drawing/2014/main" id="{208BD9E5-8B1C-4C57-8489-E024DF6D9071}"/>
              </a:ext>
            </a:extLst>
          </p:cNvPr>
          <p:cNvSpPr>
            <a:spLocks xmlns:a="http://schemas.openxmlformats.org/drawingml/2006/main" noGrp="1"/>
          </p:cNvSpPr>
          <p:nvPr/>
        </p:nvSpPr>
        <p:spPr>
          <a:xfrm xmlns:a="http://schemas.openxmlformats.org/drawingml/2006/main">
            <a:off x="9448800" y="2886075"/>
            <a:ext cx="19812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111111"/>
                </a:solidFill>
                <a:latin typeface="Work Sans"/>
                <a:ea typeface="Work Sans"/>
                <a:cs typeface="Work Sans"/>
              </a:defRPr>
            </a:defPPr>
            <a:lvl1pPr>
              <a:defRPr sz="1575" b="0">
                <a:solidFill>
                  <a:srgbClr val="111111"/>
                </a:solidFill>
                <a:latin typeface="Work Sans"/>
                <a:ea typeface="Work Sans"/>
                <a:cs typeface="Work Sans"/>
              </a:defRPr>
            </a:lvl1pPr>
            <a:lvl2pPr>
              <a:defRPr sz="1575" b="0">
                <a:solidFill>
                  <a:srgbClr val="111111"/>
                </a:solidFill>
                <a:latin typeface="Work Sans"/>
                <a:ea typeface="Work Sans"/>
                <a:cs typeface="Work Sans"/>
              </a:defRPr>
            </a:lvl2pPr>
            <a:lvl3pPr>
              <a:defRPr sz="1575" b="0">
                <a:solidFill>
                  <a:srgbClr val="111111"/>
                </a:solidFill>
                <a:latin typeface="Work Sans"/>
                <a:ea typeface="Work Sans"/>
                <a:cs typeface="Work Sans"/>
              </a:defRPr>
            </a:lvl3pPr>
            <a:lvl4pPr>
              <a:defRPr sz="1575" b="0">
                <a:solidFill>
                  <a:srgbClr val="111111"/>
                </a:solidFill>
                <a:latin typeface="Work Sans"/>
                <a:ea typeface="Work Sans"/>
                <a:cs typeface="Work Sans"/>
              </a:defRPr>
            </a:lvl4pPr>
            <a:lvl5pPr>
              <a:defRPr sz="1575" b="0">
                <a:solidFill>
                  <a:srgbClr val="111111"/>
                </a:solidFill>
                <a:latin typeface="Work Sans"/>
                <a:ea typeface="Work Sans"/>
                <a:cs typeface="Work Sans"/>
              </a:defRPr>
            </a:lvl5pPr>
            <a:lvl6pPr>
              <a:defRPr sz="1575" b="0">
                <a:solidFill>
                  <a:srgbClr val="111111"/>
                </a:solidFill>
                <a:latin typeface="Work Sans"/>
                <a:ea typeface="Work Sans"/>
                <a:cs typeface="Work Sans"/>
              </a:defRPr>
            </a:lvl6pPr>
            <a:lvl7pPr>
              <a:defRPr sz="1575" b="0">
                <a:solidFill>
                  <a:srgbClr val="111111"/>
                </a:solidFill>
                <a:latin typeface="Work Sans"/>
                <a:ea typeface="Work Sans"/>
                <a:cs typeface="Work Sans"/>
              </a:defRPr>
            </a:lvl7pPr>
            <a:lvl8pPr>
              <a:defRPr sz="1575" b="0">
                <a:solidFill>
                  <a:srgbClr val="111111"/>
                </a:solidFill>
                <a:latin typeface="Work Sans"/>
                <a:ea typeface="Work Sans"/>
                <a:cs typeface="Work Sans"/>
              </a:defRPr>
            </a:lvl8pPr>
            <a:lvl9pPr>
              <a:defRPr sz="1575" b="0">
                <a:solidFill>
                  <a:srgbClr val="111111"/>
                </a:solidFill>
                <a:latin typeface="Work Sans"/>
                <a:ea typeface="Work Sans"/>
                <a:cs typeface="Work Sans"/>
              </a:defRPr>
            </a:lvl9pPr>
          </a:lstStyle>
          <a:p xmlns:a="http://schemas.openxmlformats.org/drawingml/2006/main">
            <a:pPr>
              <a:defRPr sz="1575" b="0">
                <a:solidFill>
                  <a:srgbClr val="111111"/>
                </a:solidFill>
                <a:latin typeface="Work Sans"/>
                <a:ea typeface="Work Sans"/>
                <a:cs typeface="Work Sans"/>
              </a:defRPr>
            </a:pPr>
            <a:r>
              <a:rPr sz="1575" b="0">
                <a:solidFill>
                  <a:srgbClr val="111111"/>
                </a:solidFill>
                <a:latin typeface="Work Sans"/>
                <a:ea typeface="Work Sans"/>
                <a:cs typeface="Work Sans"/>
              </a:rPr>
              <a:t>Tools + runtime config</a:t>
            </a:r>
          </a:p>
        </p:txBody>
      </p:sp>
      <p:sp>
        <p:nvSpPr>
          <p:cNvPr id="24" name="runtime-label">
            <a:extLst xmlns:a="http://schemas.openxmlformats.org/drawingml/2006/main">
              <a:ext uri="{FF2B5EF4-FFF2-40B4-BE49-F238E27FC236}">
                <a16:creationId xmlns:a16="http://schemas.microsoft.com/office/drawing/2014/main" id="{7AFEF4A6-485F-40AF-BC46-EECC27332DEF}"/>
              </a:ext>
            </a:extLst>
          </p:cNvPr>
          <p:cNvSpPr>
            <a:spLocks xmlns:a="http://schemas.openxmlformats.org/drawingml/2006/main" noGrp="1"/>
          </p:cNvSpPr>
          <p:nvPr/>
        </p:nvSpPr>
        <p:spPr>
          <a:xfrm xmlns:a="http://schemas.openxmlformats.org/drawingml/2006/main">
            <a:off x="609600" y="38766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F25037"/>
                </a:solidFill>
                <a:latin typeface="Work Sans"/>
                <a:ea typeface="Work Sans"/>
                <a:cs typeface="Work Sans"/>
              </a:defRPr>
            </a:defPPr>
            <a:lvl1pPr>
              <a:defRPr sz="1275" b="1">
                <a:solidFill>
                  <a:srgbClr val="F25037"/>
                </a:solidFill>
                <a:latin typeface="Work Sans"/>
                <a:ea typeface="Work Sans"/>
                <a:cs typeface="Work Sans"/>
              </a:defRPr>
            </a:lvl1pPr>
            <a:lvl2pPr>
              <a:defRPr sz="1275" b="1">
                <a:solidFill>
                  <a:srgbClr val="F25037"/>
                </a:solidFill>
                <a:latin typeface="Work Sans"/>
                <a:ea typeface="Work Sans"/>
                <a:cs typeface="Work Sans"/>
              </a:defRPr>
            </a:lvl2pPr>
            <a:lvl3pPr>
              <a:defRPr sz="1275" b="1">
                <a:solidFill>
                  <a:srgbClr val="F25037"/>
                </a:solidFill>
                <a:latin typeface="Work Sans"/>
                <a:ea typeface="Work Sans"/>
                <a:cs typeface="Work Sans"/>
              </a:defRPr>
            </a:lvl3pPr>
            <a:lvl4pPr>
              <a:defRPr sz="1275" b="1">
                <a:solidFill>
                  <a:srgbClr val="F25037"/>
                </a:solidFill>
                <a:latin typeface="Work Sans"/>
                <a:ea typeface="Work Sans"/>
                <a:cs typeface="Work Sans"/>
              </a:defRPr>
            </a:lvl4pPr>
            <a:lvl5pPr>
              <a:defRPr sz="1275" b="1">
                <a:solidFill>
                  <a:srgbClr val="F25037"/>
                </a:solidFill>
                <a:latin typeface="Work Sans"/>
                <a:ea typeface="Work Sans"/>
                <a:cs typeface="Work Sans"/>
              </a:defRPr>
            </a:lvl5pPr>
            <a:lvl6pPr>
              <a:defRPr sz="1275" b="1">
                <a:solidFill>
                  <a:srgbClr val="F25037"/>
                </a:solidFill>
                <a:latin typeface="Work Sans"/>
                <a:ea typeface="Work Sans"/>
                <a:cs typeface="Work Sans"/>
              </a:defRPr>
            </a:lvl6pPr>
            <a:lvl7pPr>
              <a:defRPr sz="1275" b="1">
                <a:solidFill>
                  <a:srgbClr val="F25037"/>
                </a:solidFill>
                <a:latin typeface="Work Sans"/>
                <a:ea typeface="Work Sans"/>
                <a:cs typeface="Work Sans"/>
              </a:defRPr>
            </a:lvl7pPr>
            <a:lvl8pPr>
              <a:defRPr sz="1275" b="1">
                <a:solidFill>
                  <a:srgbClr val="F25037"/>
                </a:solidFill>
                <a:latin typeface="Work Sans"/>
                <a:ea typeface="Work Sans"/>
                <a:cs typeface="Work Sans"/>
              </a:defRPr>
            </a:lvl8pPr>
            <a:lvl9pPr>
              <a:defRPr sz="1275" b="1">
                <a:solidFill>
                  <a:srgbClr val="F25037"/>
                </a:solidFill>
                <a:latin typeface="Work Sans"/>
                <a:ea typeface="Work Sans"/>
                <a:cs typeface="Work Sans"/>
              </a:defRPr>
            </a:lvl9pPr>
          </a:lstStyle>
          <a:p xmlns:a="http://schemas.openxmlformats.org/drawingml/2006/main">
            <a:pPr>
              <a:defRPr sz="1275" b="1">
                <a:solidFill>
                  <a:srgbClr val="F25037"/>
                </a:solidFill>
                <a:latin typeface="Work Sans"/>
                <a:ea typeface="Work Sans"/>
                <a:cs typeface="Work Sans"/>
              </a:defRPr>
            </a:pPr>
            <a:r>
              <a:rPr sz="1275" b="1">
                <a:solidFill>
                  <a:srgbClr val="F25037"/>
                </a:solidFill>
                <a:latin typeface="Work Sans"/>
                <a:ea typeface="Work Sans"/>
                <a:cs typeface="Work Sans"/>
              </a:rPr>
              <a:t>RUNTIME</a:t>
            </a:r>
          </a:p>
        </p:txBody>
      </p:sp>
      <p:sp>
        <p:nvSpPr>
          <p:cNvPr id="25" name="browser">
            <a:extLst xmlns:a="http://schemas.openxmlformats.org/drawingml/2006/main">
              <a:ext uri="{FF2B5EF4-FFF2-40B4-BE49-F238E27FC236}">
                <a16:creationId xmlns:a16="http://schemas.microsoft.com/office/drawing/2014/main" id="{BEF1B4E3-95B7-4181-8C48-E4A25C1DDDE5}"/>
              </a:ext>
            </a:extLst>
          </p:cNvPr>
          <p:cNvSpPr>
            <a:spLocks xmlns:a="http://schemas.openxmlformats.org/drawingml/2006/main" noGrp="1"/>
          </p:cNvSpPr>
          <p:nvPr/>
        </p:nvSpPr>
        <p:spPr>
          <a:xfrm xmlns:a="http://schemas.openxmlformats.org/drawingml/2006/main">
            <a:off x="609600" y="4343400"/>
            <a:ext cx="3048000" cy="1085850"/>
          </a:xfrm>
          <a:prstGeom xmlns:a="http://schemas.openxmlformats.org/drawingml/2006/main" prst="rect">
            <a:avLst/>
          </a:prstGeom>
          <a:solidFill xmlns:a="http://schemas.openxmlformats.org/drawingml/2006/main">
            <a:srgbClr val="F7F6F2"/>
          </a:solidFill>
          <a:ln xmlns:a="http://schemas.openxmlformats.org/drawingml/2006/main" w="9525">
            <a:solidFill>
              <a:srgbClr val="C9C9C9"/>
            </a:solidFill>
            <a:prstDash val="solid"/>
          </a:ln>
        </p:spPr>
      </p:sp>
      <p:sp>
        <p:nvSpPr>
          <p:cNvPr id="26" name="browser-title">
            <a:extLst xmlns:a="http://schemas.openxmlformats.org/drawingml/2006/main">
              <a:ext uri="{FF2B5EF4-FFF2-40B4-BE49-F238E27FC236}">
                <a16:creationId xmlns:a16="http://schemas.microsoft.com/office/drawing/2014/main" id="{F459FE1A-8E94-47B2-AF04-08FBF160183D}"/>
              </a:ext>
            </a:extLst>
          </p:cNvPr>
          <p:cNvSpPr>
            <a:spLocks xmlns:a="http://schemas.openxmlformats.org/drawingml/2006/main" noGrp="1"/>
          </p:cNvSpPr>
          <p:nvPr/>
        </p:nvSpPr>
        <p:spPr>
          <a:xfrm xmlns:a="http://schemas.openxmlformats.org/drawingml/2006/main">
            <a:off x="762000" y="4486275"/>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11111"/>
                </a:solidFill>
                <a:latin typeface="Work Sans"/>
                <a:ea typeface="Work Sans"/>
                <a:cs typeface="Work Sans"/>
              </a:defRPr>
            </a:defPPr>
            <a:lvl1pPr>
              <a:defRPr sz="1875" b="1">
                <a:solidFill>
                  <a:srgbClr val="111111"/>
                </a:solidFill>
                <a:latin typeface="Work Sans"/>
                <a:ea typeface="Work Sans"/>
                <a:cs typeface="Work Sans"/>
              </a:defRPr>
            </a:lvl1pPr>
            <a:lvl2pPr>
              <a:defRPr sz="1875" b="1">
                <a:solidFill>
                  <a:srgbClr val="111111"/>
                </a:solidFill>
                <a:latin typeface="Work Sans"/>
                <a:ea typeface="Work Sans"/>
                <a:cs typeface="Work Sans"/>
              </a:defRPr>
            </a:lvl2pPr>
            <a:lvl3pPr>
              <a:defRPr sz="1875" b="1">
                <a:solidFill>
                  <a:srgbClr val="111111"/>
                </a:solidFill>
                <a:latin typeface="Work Sans"/>
                <a:ea typeface="Work Sans"/>
                <a:cs typeface="Work Sans"/>
              </a:defRPr>
            </a:lvl3pPr>
            <a:lvl4pPr>
              <a:defRPr sz="1875" b="1">
                <a:solidFill>
                  <a:srgbClr val="111111"/>
                </a:solidFill>
                <a:latin typeface="Work Sans"/>
                <a:ea typeface="Work Sans"/>
                <a:cs typeface="Work Sans"/>
              </a:defRPr>
            </a:lvl4pPr>
            <a:lvl5pPr>
              <a:defRPr sz="1875" b="1">
                <a:solidFill>
                  <a:srgbClr val="111111"/>
                </a:solidFill>
                <a:latin typeface="Work Sans"/>
                <a:ea typeface="Work Sans"/>
                <a:cs typeface="Work Sans"/>
              </a:defRPr>
            </a:lvl5pPr>
            <a:lvl6pPr>
              <a:defRPr sz="1875" b="1">
                <a:solidFill>
                  <a:srgbClr val="111111"/>
                </a:solidFill>
                <a:latin typeface="Work Sans"/>
                <a:ea typeface="Work Sans"/>
                <a:cs typeface="Work Sans"/>
              </a:defRPr>
            </a:lvl6pPr>
            <a:lvl7pPr>
              <a:defRPr sz="1875" b="1">
                <a:solidFill>
                  <a:srgbClr val="111111"/>
                </a:solidFill>
                <a:latin typeface="Work Sans"/>
                <a:ea typeface="Work Sans"/>
                <a:cs typeface="Work Sans"/>
              </a:defRPr>
            </a:lvl7pPr>
            <a:lvl8pPr>
              <a:defRPr sz="1875" b="1">
                <a:solidFill>
                  <a:srgbClr val="111111"/>
                </a:solidFill>
                <a:latin typeface="Work Sans"/>
                <a:ea typeface="Work Sans"/>
                <a:cs typeface="Work Sans"/>
              </a:defRPr>
            </a:lvl8pPr>
            <a:lvl9pPr>
              <a:defRPr sz="1875" b="1">
                <a:solidFill>
                  <a:srgbClr val="111111"/>
                </a:solidFill>
                <a:latin typeface="Work Sans"/>
                <a:ea typeface="Work Sans"/>
                <a:cs typeface="Work Sans"/>
              </a:defRPr>
            </a:lvl9pPr>
          </a:lstStyle>
          <a:p xmlns:a="http://schemas.openxmlformats.org/drawingml/2006/main">
            <a:pPr>
              <a:defRPr sz="1875" b="1">
                <a:solidFill>
                  <a:srgbClr val="111111"/>
                </a:solidFill>
                <a:latin typeface="Work Sans"/>
                <a:ea typeface="Work Sans"/>
                <a:cs typeface="Work Sans"/>
              </a:defRPr>
            </a:pPr>
            <a:r>
              <a:rPr sz="1875" b="1">
                <a:solidFill>
                  <a:srgbClr val="111111"/>
                </a:solidFill>
                <a:latin typeface="Work Sans"/>
                <a:ea typeface="Work Sans"/>
                <a:cs typeface="Work Sans"/>
              </a:rPr>
              <a:t>Browser</a:t>
            </a:r>
          </a:p>
        </p:txBody>
      </p:sp>
      <p:sp>
        <p:nvSpPr>
          <p:cNvPr id="27" name="browser-body">
            <a:extLst xmlns:a="http://schemas.openxmlformats.org/drawingml/2006/main">
              <a:ext uri="{FF2B5EF4-FFF2-40B4-BE49-F238E27FC236}">
                <a16:creationId xmlns:a16="http://schemas.microsoft.com/office/drawing/2014/main" id="{4EA9510D-9E20-45C1-98C5-A90C789E96CC}"/>
              </a:ext>
            </a:extLst>
          </p:cNvPr>
          <p:cNvSpPr>
            <a:spLocks xmlns:a="http://schemas.openxmlformats.org/drawingml/2006/main" noGrp="1"/>
          </p:cNvSpPr>
          <p:nvPr/>
        </p:nvSpPr>
        <p:spPr>
          <a:xfrm xmlns:a="http://schemas.openxmlformats.org/drawingml/2006/main">
            <a:off x="762000" y="4886325"/>
            <a:ext cx="2743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111111"/>
                </a:solidFill>
                <a:latin typeface="Work Sans"/>
                <a:ea typeface="Work Sans"/>
                <a:cs typeface="Work Sans"/>
              </a:defRPr>
            </a:defPPr>
            <a:lvl1pPr>
              <a:defRPr sz="1575" b="0">
                <a:solidFill>
                  <a:srgbClr val="111111"/>
                </a:solidFill>
                <a:latin typeface="Work Sans"/>
                <a:ea typeface="Work Sans"/>
                <a:cs typeface="Work Sans"/>
              </a:defRPr>
            </a:lvl1pPr>
            <a:lvl2pPr>
              <a:defRPr sz="1575" b="0">
                <a:solidFill>
                  <a:srgbClr val="111111"/>
                </a:solidFill>
                <a:latin typeface="Work Sans"/>
                <a:ea typeface="Work Sans"/>
                <a:cs typeface="Work Sans"/>
              </a:defRPr>
            </a:lvl2pPr>
            <a:lvl3pPr>
              <a:defRPr sz="1575" b="0">
                <a:solidFill>
                  <a:srgbClr val="111111"/>
                </a:solidFill>
                <a:latin typeface="Work Sans"/>
                <a:ea typeface="Work Sans"/>
                <a:cs typeface="Work Sans"/>
              </a:defRPr>
            </a:lvl3pPr>
            <a:lvl4pPr>
              <a:defRPr sz="1575" b="0">
                <a:solidFill>
                  <a:srgbClr val="111111"/>
                </a:solidFill>
                <a:latin typeface="Work Sans"/>
                <a:ea typeface="Work Sans"/>
                <a:cs typeface="Work Sans"/>
              </a:defRPr>
            </a:lvl4pPr>
            <a:lvl5pPr>
              <a:defRPr sz="1575" b="0">
                <a:solidFill>
                  <a:srgbClr val="111111"/>
                </a:solidFill>
                <a:latin typeface="Work Sans"/>
                <a:ea typeface="Work Sans"/>
                <a:cs typeface="Work Sans"/>
              </a:defRPr>
            </a:lvl5pPr>
            <a:lvl6pPr>
              <a:defRPr sz="1575" b="0">
                <a:solidFill>
                  <a:srgbClr val="111111"/>
                </a:solidFill>
                <a:latin typeface="Work Sans"/>
                <a:ea typeface="Work Sans"/>
                <a:cs typeface="Work Sans"/>
              </a:defRPr>
            </a:lvl6pPr>
            <a:lvl7pPr>
              <a:defRPr sz="1575" b="0">
                <a:solidFill>
                  <a:srgbClr val="111111"/>
                </a:solidFill>
                <a:latin typeface="Work Sans"/>
                <a:ea typeface="Work Sans"/>
                <a:cs typeface="Work Sans"/>
              </a:defRPr>
            </a:lvl7pPr>
            <a:lvl8pPr>
              <a:defRPr sz="1575" b="0">
                <a:solidFill>
                  <a:srgbClr val="111111"/>
                </a:solidFill>
                <a:latin typeface="Work Sans"/>
                <a:ea typeface="Work Sans"/>
                <a:cs typeface="Work Sans"/>
              </a:defRPr>
            </a:lvl8pPr>
            <a:lvl9pPr>
              <a:defRPr sz="1575" b="0">
                <a:solidFill>
                  <a:srgbClr val="111111"/>
                </a:solidFill>
                <a:latin typeface="Work Sans"/>
                <a:ea typeface="Work Sans"/>
                <a:cs typeface="Work Sans"/>
              </a:defRPr>
            </a:lvl9pPr>
          </a:lstStyle>
          <a:p xmlns:a="http://schemas.openxmlformats.org/drawingml/2006/main">
            <a:pPr>
              <a:defRPr sz="1575" b="0">
                <a:solidFill>
                  <a:srgbClr val="111111"/>
                </a:solidFill>
                <a:latin typeface="Work Sans"/>
                <a:ea typeface="Work Sans"/>
                <a:cs typeface="Work Sans"/>
              </a:defRPr>
            </a:pPr>
            <a:r>
              <a:rPr sz="1575" b="0">
                <a:solidFill>
                  <a:srgbClr val="111111"/>
                </a:solidFill>
                <a:latin typeface="Work Sans"/>
                <a:ea typeface="Work Sans"/>
                <a:cs typeface="Work Sans"/>
              </a:rPr>
              <a:t>Voice + required inputs</a:t>
            </a:r>
          </a:p>
        </p:txBody>
      </p:sp>
      <p:sp>
        <p:nvSpPr>
          <p:cNvPr id="28" name="voice">
            <a:extLst xmlns:a="http://schemas.openxmlformats.org/drawingml/2006/main">
              <a:ext uri="{FF2B5EF4-FFF2-40B4-BE49-F238E27FC236}">
                <a16:creationId xmlns:a16="http://schemas.microsoft.com/office/drawing/2014/main" id="{1A5774E3-1335-4FB2-B860-9E4E13E5D8B6}"/>
              </a:ext>
            </a:extLst>
          </p:cNvPr>
          <p:cNvSpPr>
            <a:spLocks xmlns:a="http://schemas.openxmlformats.org/drawingml/2006/main" noGrp="1"/>
          </p:cNvSpPr>
          <p:nvPr/>
        </p:nvSpPr>
        <p:spPr>
          <a:xfrm xmlns:a="http://schemas.openxmlformats.org/drawingml/2006/main">
            <a:off x="4572000" y="4343400"/>
            <a:ext cx="3048000" cy="1085850"/>
          </a:xfrm>
          <a:prstGeom xmlns:a="http://schemas.openxmlformats.org/drawingml/2006/main" prst="rect">
            <a:avLst/>
          </a:prstGeom>
          <a:solidFill xmlns:a="http://schemas.openxmlformats.org/drawingml/2006/main">
            <a:srgbClr val="111111"/>
          </a:solidFill>
          <a:ln xmlns:a="http://schemas.openxmlformats.org/drawingml/2006/main" w="9525">
            <a:solidFill>
              <a:srgbClr val="111111"/>
            </a:solidFill>
            <a:prstDash val="solid"/>
          </a:ln>
        </p:spPr>
      </p:sp>
      <p:sp>
        <p:nvSpPr>
          <p:cNvPr id="29" name="voice-title">
            <a:extLst xmlns:a="http://schemas.openxmlformats.org/drawingml/2006/main">
              <a:ext uri="{FF2B5EF4-FFF2-40B4-BE49-F238E27FC236}">
                <a16:creationId xmlns:a16="http://schemas.microsoft.com/office/drawing/2014/main" id="{C4E47504-64A8-423D-AFE1-F628448D1CDE}"/>
              </a:ext>
            </a:extLst>
          </p:cNvPr>
          <p:cNvSpPr>
            <a:spLocks xmlns:a="http://schemas.openxmlformats.org/drawingml/2006/main" noGrp="1"/>
          </p:cNvSpPr>
          <p:nvPr/>
        </p:nvSpPr>
        <p:spPr>
          <a:xfrm xmlns:a="http://schemas.openxmlformats.org/drawingml/2006/main">
            <a:off x="4724400" y="4486275"/>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FFFFFF"/>
                </a:solidFill>
                <a:latin typeface="Work Sans"/>
                <a:ea typeface="Work Sans"/>
                <a:cs typeface="Work Sans"/>
              </a:defRPr>
            </a:defPPr>
            <a:lvl1pPr>
              <a:defRPr sz="1875" b="1">
                <a:solidFill>
                  <a:srgbClr val="FFFFFF"/>
                </a:solidFill>
                <a:latin typeface="Work Sans"/>
                <a:ea typeface="Work Sans"/>
                <a:cs typeface="Work Sans"/>
              </a:defRPr>
            </a:lvl1pPr>
            <a:lvl2pPr>
              <a:defRPr sz="1875" b="1">
                <a:solidFill>
                  <a:srgbClr val="FFFFFF"/>
                </a:solidFill>
                <a:latin typeface="Work Sans"/>
                <a:ea typeface="Work Sans"/>
                <a:cs typeface="Work Sans"/>
              </a:defRPr>
            </a:lvl2pPr>
            <a:lvl3pPr>
              <a:defRPr sz="1875" b="1">
                <a:solidFill>
                  <a:srgbClr val="FFFFFF"/>
                </a:solidFill>
                <a:latin typeface="Work Sans"/>
                <a:ea typeface="Work Sans"/>
                <a:cs typeface="Work Sans"/>
              </a:defRPr>
            </a:lvl3pPr>
            <a:lvl4pPr>
              <a:defRPr sz="1875" b="1">
                <a:solidFill>
                  <a:srgbClr val="FFFFFF"/>
                </a:solidFill>
                <a:latin typeface="Work Sans"/>
                <a:ea typeface="Work Sans"/>
                <a:cs typeface="Work Sans"/>
              </a:defRPr>
            </a:lvl4pPr>
            <a:lvl5pPr>
              <a:defRPr sz="1875" b="1">
                <a:solidFill>
                  <a:srgbClr val="FFFFFF"/>
                </a:solidFill>
                <a:latin typeface="Work Sans"/>
                <a:ea typeface="Work Sans"/>
                <a:cs typeface="Work Sans"/>
              </a:defRPr>
            </a:lvl5pPr>
            <a:lvl6pPr>
              <a:defRPr sz="1875" b="1">
                <a:solidFill>
                  <a:srgbClr val="FFFFFF"/>
                </a:solidFill>
                <a:latin typeface="Work Sans"/>
                <a:ea typeface="Work Sans"/>
                <a:cs typeface="Work Sans"/>
              </a:defRPr>
            </a:lvl6pPr>
            <a:lvl7pPr>
              <a:defRPr sz="1875" b="1">
                <a:solidFill>
                  <a:srgbClr val="FFFFFF"/>
                </a:solidFill>
                <a:latin typeface="Work Sans"/>
                <a:ea typeface="Work Sans"/>
                <a:cs typeface="Work Sans"/>
              </a:defRPr>
            </a:lvl7pPr>
            <a:lvl8pPr>
              <a:defRPr sz="1875" b="1">
                <a:solidFill>
                  <a:srgbClr val="FFFFFF"/>
                </a:solidFill>
                <a:latin typeface="Work Sans"/>
                <a:ea typeface="Work Sans"/>
                <a:cs typeface="Work Sans"/>
              </a:defRPr>
            </a:lvl8pPr>
            <a:lvl9pPr>
              <a:defRPr sz="1875" b="1">
                <a:solidFill>
                  <a:srgbClr val="FFFFFF"/>
                </a:solidFill>
                <a:latin typeface="Work Sans"/>
                <a:ea typeface="Work Sans"/>
                <a:cs typeface="Work Sans"/>
              </a:defRPr>
            </a:lvl9pPr>
          </a:lstStyle>
          <a:p xmlns:a="http://schemas.openxmlformats.org/drawingml/2006/main">
            <a:pPr>
              <a:defRPr sz="1875" b="1">
                <a:solidFill>
                  <a:srgbClr val="FFFFFF"/>
                </a:solidFill>
                <a:latin typeface="Work Sans"/>
                <a:ea typeface="Work Sans"/>
                <a:cs typeface="Work Sans"/>
              </a:defRPr>
            </a:pPr>
            <a:r>
              <a:rPr sz="1875" b="1">
                <a:solidFill>
                  <a:srgbClr val="FFFFFF"/>
                </a:solidFill>
                <a:latin typeface="Work Sans"/>
                <a:ea typeface="Work Sans"/>
                <a:cs typeface="Work Sans"/>
              </a:rPr>
              <a:t>ElevenLabs</a:t>
            </a:r>
          </a:p>
        </p:txBody>
      </p:sp>
      <p:sp>
        <p:nvSpPr>
          <p:cNvPr id="30" name="voice-body">
            <a:extLst xmlns:a="http://schemas.openxmlformats.org/drawingml/2006/main">
              <a:ext uri="{FF2B5EF4-FFF2-40B4-BE49-F238E27FC236}">
                <a16:creationId xmlns:a16="http://schemas.microsoft.com/office/drawing/2014/main" id="{1A10B1E2-8599-41F3-AC0A-8C1C40F36259}"/>
              </a:ext>
            </a:extLst>
          </p:cNvPr>
          <p:cNvSpPr>
            <a:spLocks xmlns:a="http://schemas.openxmlformats.org/drawingml/2006/main" noGrp="1"/>
          </p:cNvSpPr>
          <p:nvPr/>
        </p:nvSpPr>
        <p:spPr>
          <a:xfrm xmlns:a="http://schemas.openxmlformats.org/drawingml/2006/main">
            <a:off x="4724400" y="4886325"/>
            <a:ext cx="2743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FFFFFF"/>
                </a:solidFill>
                <a:latin typeface="Work Sans"/>
                <a:ea typeface="Work Sans"/>
                <a:cs typeface="Work Sans"/>
              </a:defRPr>
            </a:defPPr>
            <a:lvl1pPr>
              <a:defRPr sz="1575" b="0">
                <a:solidFill>
                  <a:srgbClr val="FFFFFF"/>
                </a:solidFill>
                <a:latin typeface="Work Sans"/>
                <a:ea typeface="Work Sans"/>
                <a:cs typeface="Work Sans"/>
              </a:defRPr>
            </a:lvl1pPr>
            <a:lvl2pPr>
              <a:defRPr sz="1575" b="0">
                <a:solidFill>
                  <a:srgbClr val="FFFFFF"/>
                </a:solidFill>
                <a:latin typeface="Work Sans"/>
                <a:ea typeface="Work Sans"/>
                <a:cs typeface="Work Sans"/>
              </a:defRPr>
            </a:lvl2pPr>
            <a:lvl3pPr>
              <a:defRPr sz="1575" b="0">
                <a:solidFill>
                  <a:srgbClr val="FFFFFF"/>
                </a:solidFill>
                <a:latin typeface="Work Sans"/>
                <a:ea typeface="Work Sans"/>
                <a:cs typeface="Work Sans"/>
              </a:defRPr>
            </a:lvl3pPr>
            <a:lvl4pPr>
              <a:defRPr sz="1575" b="0">
                <a:solidFill>
                  <a:srgbClr val="FFFFFF"/>
                </a:solidFill>
                <a:latin typeface="Work Sans"/>
                <a:ea typeface="Work Sans"/>
                <a:cs typeface="Work Sans"/>
              </a:defRPr>
            </a:lvl4pPr>
            <a:lvl5pPr>
              <a:defRPr sz="1575" b="0">
                <a:solidFill>
                  <a:srgbClr val="FFFFFF"/>
                </a:solidFill>
                <a:latin typeface="Work Sans"/>
                <a:ea typeface="Work Sans"/>
                <a:cs typeface="Work Sans"/>
              </a:defRPr>
            </a:lvl5pPr>
            <a:lvl6pPr>
              <a:defRPr sz="1575" b="0">
                <a:solidFill>
                  <a:srgbClr val="FFFFFF"/>
                </a:solidFill>
                <a:latin typeface="Work Sans"/>
                <a:ea typeface="Work Sans"/>
                <a:cs typeface="Work Sans"/>
              </a:defRPr>
            </a:lvl6pPr>
            <a:lvl7pPr>
              <a:defRPr sz="1575" b="0">
                <a:solidFill>
                  <a:srgbClr val="FFFFFF"/>
                </a:solidFill>
                <a:latin typeface="Work Sans"/>
                <a:ea typeface="Work Sans"/>
                <a:cs typeface="Work Sans"/>
              </a:defRPr>
            </a:lvl7pPr>
            <a:lvl8pPr>
              <a:defRPr sz="1575" b="0">
                <a:solidFill>
                  <a:srgbClr val="FFFFFF"/>
                </a:solidFill>
                <a:latin typeface="Work Sans"/>
                <a:ea typeface="Work Sans"/>
                <a:cs typeface="Work Sans"/>
              </a:defRPr>
            </a:lvl8pPr>
            <a:lvl9pPr>
              <a:defRPr sz="1575" b="0">
                <a:solidFill>
                  <a:srgbClr val="FFFFFF"/>
                </a:solidFill>
                <a:latin typeface="Work Sans"/>
                <a:ea typeface="Work Sans"/>
                <a:cs typeface="Work Sans"/>
              </a:defRPr>
            </a:lvl9pPr>
          </a:lstStyle>
          <a:p xmlns:a="http://schemas.openxmlformats.org/drawingml/2006/main">
            <a:pPr>
              <a:defRPr sz="1575" b="0">
                <a:solidFill>
                  <a:srgbClr val="FFFFFF"/>
                </a:solidFill>
                <a:latin typeface="Work Sans"/>
                <a:ea typeface="Work Sans"/>
                <a:cs typeface="Work Sans"/>
              </a:defRPr>
            </a:pPr>
            <a:r>
              <a:rPr sz="1575" b="0">
                <a:solidFill>
                  <a:srgbClr val="FFFFFF"/>
                </a:solidFill>
                <a:latin typeface="Work Sans"/>
                <a:ea typeface="Work Sans"/>
                <a:cs typeface="Work Sans"/>
              </a:rPr>
              <a:t>Conversation + tool calls</a:t>
            </a:r>
          </a:p>
        </p:txBody>
      </p:sp>
      <p:sp>
        <p:nvSpPr>
          <p:cNvPr id="31" name="execution">
            <a:extLst xmlns:a="http://schemas.openxmlformats.org/drawingml/2006/main">
              <a:ext uri="{FF2B5EF4-FFF2-40B4-BE49-F238E27FC236}">
                <a16:creationId xmlns:a16="http://schemas.microsoft.com/office/drawing/2014/main" id="{1D1A73F9-F580-413A-AD2E-0100C5811939}"/>
              </a:ext>
            </a:extLst>
          </p:cNvPr>
          <p:cNvSpPr>
            <a:spLocks xmlns:a="http://schemas.openxmlformats.org/drawingml/2006/main" noGrp="1"/>
          </p:cNvSpPr>
          <p:nvPr/>
        </p:nvSpPr>
        <p:spPr>
          <a:xfrm xmlns:a="http://schemas.openxmlformats.org/drawingml/2006/main">
            <a:off x="8534400" y="4343400"/>
            <a:ext cx="3048000" cy="1085850"/>
          </a:xfrm>
          <a:prstGeom xmlns:a="http://schemas.openxmlformats.org/drawingml/2006/main" prst="rect">
            <a:avLst/>
          </a:prstGeom>
          <a:solidFill xmlns:a="http://schemas.openxmlformats.org/drawingml/2006/main">
            <a:srgbClr val="F7F6F2"/>
          </a:solidFill>
          <a:ln xmlns:a="http://schemas.openxmlformats.org/drawingml/2006/main" w="9525">
            <a:solidFill>
              <a:srgbClr val="C9C9C9"/>
            </a:solidFill>
            <a:prstDash val="solid"/>
          </a:ln>
        </p:spPr>
      </p:sp>
      <p:sp>
        <p:nvSpPr>
          <p:cNvPr id="32" name="execution-title">
            <a:extLst xmlns:a="http://schemas.openxmlformats.org/drawingml/2006/main">
              <a:ext uri="{FF2B5EF4-FFF2-40B4-BE49-F238E27FC236}">
                <a16:creationId xmlns:a16="http://schemas.microsoft.com/office/drawing/2014/main" id="{F9777F43-ECAD-447F-B7E3-3973F9CD1D29}"/>
              </a:ext>
            </a:extLst>
          </p:cNvPr>
          <p:cNvSpPr>
            <a:spLocks xmlns:a="http://schemas.openxmlformats.org/drawingml/2006/main" noGrp="1"/>
          </p:cNvSpPr>
          <p:nvPr/>
        </p:nvSpPr>
        <p:spPr>
          <a:xfrm xmlns:a="http://schemas.openxmlformats.org/drawingml/2006/main">
            <a:off x="8686800" y="4486275"/>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11111"/>
                </a:solidFill>
                <a:latin typeface="Work Sans"/>
                <a:ea typeface="Work Sans"/>
                <a:cs typeface="Work Sans"/>
              </a:defRPr>
            </a:defPPr>
            <a:lvl1pPr>
              <a:defRPr sz="1875" b="1">
                <a:solidFill>
                  <a:srgbClr val="111111"/>
                </a:solidFill>
                <a:latin typeface="Work Sans"/>
                <a:ea typeface="Work Sans"/>
                <a:cs typeface="Work Sans"/>
              </a:defRPr>
            </a:lvl1pPr>
            <a:lvl2pPr>
              <a:defRPr sz="1875" b="1">
                <a:solidFill>
                  <a:srgbClr val="111111"/>
                </a:solidFill>
                <a:latin typeface="Work Sans"/>
                <a:ea typeface="Work Sans"/>
                <a:cs typeface="Work Sans"/>
              </a:defRPr>
            </a:lvl2pPr>
            <a:lvl3pPr>
              <a:defRPr sz="1875" b="1">
                <a:solidFill>
                  <a:srgbClr val="111111"/>
                </a:solidFill>
                <a:latin typeface="Work Sans"/>
                <a:ea typeface="Work Sans"/>
                <a:cs typeface="Work Sans"/>
              </a:defRPr>
            </a:lvl3pPr>
            <a:lvl4pPr>
              <a:defRPr sz="1875" b="1">
                <a:solidFill>
                  <a:srgbClr val="111111"/>
                </a:solidFill>
                <a:latin typeface="Work Sans"/>
                <a:ea typeface="Work Sans"/>
                <a:cs typeface="Work Sans"/>
              </a:defRPr>
            </a:lvl4pPr>
            <a:lvl5pPr>
              <a:defRPr sz="1875" b="1">
                <a:solidFill>
                  <a:srgbClr val="111111"/>
                </a:solidFill>
                <a:latin typeface="Work Sans"/>
                <a:ea typeface="Work Sans"/>
                <a:cs typeface="Work Sans"/>
              </a:defRPr>
            </a:lvl5pPr>
            <a:lvl6pPr>
              <a:defRPr sz="1875" b="1">
                <a:solidFill>
                  <a:srgbClr val="111111"/>
                </a:solidFill>
                <a:latin typeface="Work Sans"/>
                <a:ea typeface="Work Sans"/>
                <a:cs typeface="Work Sans"/>
              </a:defRPr>
            </a:lvl6pPr>
            <a:lvl7pPr>
              <a:defRPr sz="1875" b="1">
                <a:solidFill>
                  <a:srgbClr val="111111"/>
                </a:solidFill>
                <a:latin typeface="Work Sans"/>
                <a:ea typeface="Work Sans"/>
                <a:cs typeface="Work Sans"/>
              </a:defRPr>
            </a:lvl7pPr>
            <a:lvl8pPr>
              <a:defRPr sz="1875" b="1">
                <a:solidFill>
                  <a:srgbClr val="111111"/>
                </a:solidFill>
                <a:latin typeface="Work Sans"/>
                <a:ea typeface="Work Sans"/>
                <a:cs typeface="Work Sans"/>
              </a:defRPr>
            </a:lvl8pPr>
            <a:lvl9pPr>
              <a:defRPr sz="1875" b="1">
                <a:solidFill>
                  <a:srgbClr val="111111"/>
                </a:solidFill>
                <a:latin typeface="Work Sans"/>
                <a:ea typeface="Work Sans"/>
                <a:cs typeface="Work Sans"/>
              </a:defRPr>
            </a:lvl9pPr>
          </a:lstStyle>
          <a:p xmlns:a="http://schemas.openxmlformats.org/drawingml/2006/main">
            <a:pPr>
              <a:defRPr sz="1875" b="1">
                <a:solidFill>
                  <a:srgbClr val="111111"/>
                </a:solidFill>
                <a:latin typeface="Work Sans"/>
                <a:ea typeface="Work Sans"/>
                <a:cs typeface="Work Sans"/>
              </a:defRPr>
            </a:pPr>
            <a:r>
              <a:rPr sz="1875" b="1">
                <a:solidFill>
                  <a:srgbClr val="111111"/>
                </a:solidFill>
                <a:latin typeface="Work Sans"/>
                <a:ea typeface="Work Sans"/>
                <a:cs typeface="Work Sans"/>
              </a:rPr>
              <a:t>Backend</a:t>
            </a:r>
          </a:p>
        </p:txBody>
      </p:sp>
      <p:sp>
        <p:nvSpPr>
          <p:cNvPr id="33" name="execution-body">
            <a:extLst xmlns:a="http://schemas.openxmlformats.org/drawingml/2006/main">
              <a:ext uri="{FF2B5EF4-FFF2-40B4-BE49-F238E27FC236}">
                <a16:creationId xmlns:a16="http://schemas.microsoft.com/office/drawing/2014/main" id="{C0BD0057-C914-492D-9DAA-96DBA734EA1F}"/>
              </a:ext>
            </a:extLst>
          </p:cNvPr>
          <p:cNvSpPr>
            <a:spLocks xmlns:a="http://schemas.openxmlformats.org/drawingml/2006/main" noGrp="1"/>
          </p:cNvSpPr>
          <p:nvPr/>
        </p:nvSpPr>
        <p:spPr>
          <a:xfrm xmlns:a="http://schemas.openxmlformats.org/drawingml/2006/main">
            <a:off x="8686800" y="4886325"/>
            <a:ext cx="2743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111111"/>
                </a:solidFill>
                <a:latin typeface="Work Sans"/>
                <a:ea typeface="Work Sans"/>
                <a:cs typeface="Work Sans"/>
              </a:defRPr>
            </a:defPPr>
            <a:lvl1pPr>
              <a:defRPr sz="1575" b="0">
                <a:solidFill>
                  <a:srgbClr val="111111"/>
                </a:solidFill>
                <a:latin typeface="Work Sans"/>
                <a:ea typeface="Work Sans"/>
                <a:cs typeface="Work Sans"/>
              </a:defRPr>
            </a:lvl1pPr>
            <a:lvl2pPr>
              <a:defRPr sz="1575" b="0">
                <a:solidFill>
                  <a:srgbClr val="111111"/>
                </a:solidFill>
                <a:latin typeface="Work Sans"/>
                <a:ea typeface="Work Sans"/>
                <a:cs typeface="Work Sans"/>
              </a:defRPr>
            </a:lvl2pPr>
            <a:lvl3pPr>
              <a:defRPr sz="1575" b="0">
                <a:solidFill>
                  <a:srgbClr val="111111"/>
                </a:solidFill>
                <a:latin typeface="Work Sans"/>
                <a:ea typeface="Work Sans"/>
                <a:cs typeface="Work Sans"/>
              </a:defRPr>
            </a:lvl3pPr>
            <a:lvl4pPr>
              <a:defRPr sz="1575" b="0">
                <a:solidFill>
                  <a:srgbClr val="111111"/>
                </a:solidFill>
                <a:latin typeface="Work Sans"/>
                <a:ea typeface="Work Sans"/>
                <a:cs typeface="Work Sans"/>
              </a:defRPr>
            </a:lvl4pPr>
            <a:lvl5pPr>
              <a:defRPr sz="1575" b="0">
                <a:solidFill>
                  <a:srgbClr val="111111"/>
                </a:solidFill>
                <a:latin typeface="Work Sans"/>
                <a:ea typeface="Work Sans"/>
                <a:cs typeface="Work Sans"/>
              </a:defRPr>
            </a:lvl5pPr>
            <a:lvl6pPr>
              <a:defRPr sz="1575" b="0">
                <a:solidFill>
                  <a:srgbClr val="111111"/>
                </a:solidFill>
                <a:latin typeface="Work Sans"/>
                <a:ea typeface="Work Sans"/>
                <a:cs typeface="Work Sans"/>
              </a:defRPr>
            </a:lvl6pPr>
            <a:lvl7pPr>
              <a:defRPr sz="1575" b="0">
                <a:solidFill>
                  <a:srgbClr val="111111"/>
                </a:solidFill>
                <a:latin typeface="Work Sans"/>
                <a:ea typeface="Work Sans"/>
                <a:cs typeface="Work Sans"/>
              </a:defRPr>
            </a:lvl7pPr>
            <a:lvl8pPr>
              <a:defRPr sz="1575" b="0">
                <a:solidFill>
                  <a:srgbClr val="111111"/>
                </a:solidFill>
                <a:latin typeface="Work Sans"/>
                <a:ea typeface="Work Sans"/>
                <a:cs typeface="Work Sans"/>
              </a:defRPr>
            </a:lvl8pPr>
            <a:lvl9pPr>
              <a:defRPr sz="1575" b="0">
                <a:solidFill>
                  <a:srgbClr val="111111"/>
                </a:solidFill>
                <a:latin typeface="Work Sans"/>
                <a:ea typeface="Work Sans"/>
                <a:cs typeface="Work Sans"/>
              </a:defRPr>
            </a:lvl9pPr>
          </a:lstStyle>
          <a:p xmlns:a="http://schemas.openxmlformats.org/drawingml/2006/main">
            <a:pPr>
              <a:defRPr sz="1575" b="0">
                <a:solidFill>
                  <a:srgbClr val="111111"/>
                </a:solidFill>
                <a:latin typeface="Work Sans"/>
                <a:ea typeface="Work Sans"/>
                <a:cs typeface="Work Sans"/>
              </a:defRPr>
            </a:pPr>
            <a:r>
              <a:rPr sz="1575" b="0">
                <a:solidFill>
                  <a:srgbClr val="111111"/>
                </a:solidFill>
                <a:latin typeface="Work Sans"/>
                <a:ea typeface="Work Sans"/>
                <a:cs typeface="Work Sans"/>
              </a:rPr>
              <a:t>Task logic + integrations</a:t>
            </a:r>
          </a:p>
        </p:txBody>
      </p:sp>
      <p:pic>
        <p:nvPicPr>
          <p:cNvPr id="34" name="">
            <a:extLst xmlns:a="http://schemas.openxmlformats.org/drawingml/2006/main">
              <a:ext uri="{FF2B5EF4-FFF2-40B4-BE49-F238E27FC236}">
                <a16:creationId xmlns:a16="http://schemas.microsoft.com/office/drawing/2014/main" id="{D1834815-E26D-4743-86F5-A7751F74848B}"/>
              </a:ext>
            </a:extLst>
          </p:cNvPr>
          <p:cNvPicPr>
            <a:picLocks xmlns:a="http://schemas.openxmlformats.org/drawingml/2006/main" noChangeAspect="1"/>
          </p:cNvPicPr>
          <p:nvPr/>
        </p:nvPicPr>
        <p:blipFill>
          <a:blip xmlns:r="http://schemas.openxmlformats.org/officeDocument/2006/relationships" xmlns:a="http://schemas.openxmlformats.org/drawingml/2006/main" r:embed="R5908492488344ccb"/>
          <a:stretch xmlns:a="http://schemas.openxmlformats.org/drawingml/2006/main"/>
        </p:blipFill>
        <p:spPr>
          <a:xfrm xmlns:a="http://schemas.openxmlformats.org/drawingml/2006/main">
            <a:off x="609600" y="5962650"/>
            <a:ext cx="361950" cy="361950"/>
          </a:xfrm>
          <a:prstGeom xmlns:a="http://schemas.openxmlformats.org/drawingml/2006/main" prst="rect">
            <a:avLst/>
          </a:prstGeom>
        </p:spPr>
      </p:pic>
      <p:sp>
        <p:nvSpPr>
          <p:cNvPr id="35" name="react-label">
            <a:extLst xmlns:a="http://schemas.openxmlformats.org/drawingml/2006/main">
              <a:ext uri="{FF2B5EF4-FFF2-40B4-BE49-F238E27FC236}">
                <a16:creationId xmlns:a16="http://schemas.microsoft.com/office/drawing/2014/main" id="{D9E9A092-F743-472A-A81F-F3DD16A2528D}"/>
              </a:ext>
            </a:extLst>
          </p:cNvPr>
          <p:cNvSpPr>
            <a:spLocks xmlns:a="http://schemas.openxmlformats.org/drawingml/2006/main" noGrp="1"/>
          </p:cNvSpPr>
          <p:nvPr/>
        </p:nvSpPr>
        <p:spPr>
          <a:xfrm xmlns:a="http://schemas.openxmlformats.org/drawingml/2006/main">
            <a:off x="1104900" y="60198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111111"/>
                </a:solidFill>
                <a:latin typeface="Work Sans"/>
                <a:ea typeface="Work Sans"/>
                <a:cs typeface="Work Sans"/>
              </a:defRPr>
            </a:defPPr>
            <a:lvl1pPr>
              <a:defRPr sz="1575" b="0">
                <a:solidFill>
                  <a:srgbClr val="111111"/>
                </a:solidFill>
                <a:latin typeface="Work Sans"/>
                <a:ea typeface="Work Sans"/>
                <a:cs typeface="Work Sans"/>
              </a:defRPr>
            </a:lvl1pPr>
            <a:lvl2pPr>
              <a:defRPr sz="1575" b="0">
                <a:solidFill>
                  <a:srgbClr val="111111"/>
                </a:solidFill>
                <a:latin typeface="Work Sans"/>
                <a:ea typeface="Work Sans"/>
                <a:cs typeface="Work Sans"/>
              </a:defRPr>
            </a:lvl2pPr>
            <a:lvl3pPr>
              <a:defRPr sz="1575" b="0">
                <a:solidFill>
                  <a:srgbClr val="111111"/>
                </a:solidFill>
                <a:latin typeface="Work Sans"/>
                <a:ea typeface="Work Sans"/>
                <a:cs typeface="Work Sans"/>
              </a:defRPr>
            </a:lvl3pPr>
            <a:lvl4pPr>
              <a:defRPr sz="1575" b="0">
                <a:solidFill>
                  <a:srgbClr val="111111"/>
                </a:solidFill>
                <a:latin typeface="Work Sans"/>
                <a:ea typeface="Work Sans"/>
                <a:cs typeface="Work Sans"/>
              </a:defRPr>
            </a:lvl4pPr>
            <a:lvl5pPr>
              <a:defRPr sz="1575" b="0">
                <a:solidFill>
                  <a:srgbClr val="111111"/>
                </a:solidFill>
                <a:latin typeface="Work Sans"/>
                <a:ea typeface="Work Sans"/>
                <a:cs typeface="Work Sans"/>
              </a:defRPr>
            </a:lvl5pPr>
            <a:lvl6pPr>
              <a:defRPr sz="1575" b="0">
                <a:solidFill>
                  <a:srgbClr val="111111"/>
                </a:solidFill>
                <a:latin typeface="Work Sans"/>
                <a:ea typeface="Work Sans"/>
                <a:cs typeface="Work Sans"/>
              </a:defRPr>
            </a:lvl6pPr>
            <a:lvl7pPr>
              <a:defRPr sz="1575" b="0">
                <a:solidFill>
                  <a:srgbClr val="111111"/>
                </a:solidFill>
                <a:latin typeface="Work Sans"/>
                <a:ea typeface="Work Sans"/>
                <a:cs typeface="Work Sans"/>
              </a:defRPr>
            </a:lvl7pPr>
            <a:lvl8pPr>
              <a:defRPr sz="1575" b="0">
                <a:solidFill>
                  <a:srgbClr val="111111"/>
                </a:solidFill>
                <a:latin typeface="Work Sans"/>
                <a:ea typeface="Work Sans"/>
                <a:cs typeface="Work Sans"/>
              </a:defRPr>
            </a:lvl8pPr>
            <a:lvl9pPr>
              <a:defRPr sz="1575" b="0">
                <a:solidFill>
                  <a:srgbClr val="111111"/>
                </a:solidFill>
                <a:latin typeface="Work Sans"/>
                <a:ea typeface="Work Sans"/>
                <a:cs typeface="Work Sans"/>
              </a:defRPr>
            </a:lvl9pPr>
          </a:lstStyle>
          <a:p xmlns:a="http://schemas.openxmlformats.org/drawingml/2006/main">
            <a:pPr>
              <a:defRPr sz="1575" b="0">
                <a:solidFill>
                  <a:srgbClr val="111111"/>
                </a:solidFill>
                <a:latin typeface="Work Sans"/>
                <a:ea typeface="Work Sans"/>
                <a:cs typeface="Work Sans"/>
              </a:defRPr>
            </a:pPr>
            <a:r>
              <a:rPr sz="1575" b="0">
                <a:solidFill>
                  <a:srgbClr val="111111"/>
                </a:solidFill>
                <a:latin typeface="Work Sans"/>
                <a:ea typeface="Work Sans"/>
                <a:cs typeface="Work Sans"/>
              </a:rPr>
              <a:t>React + input capture</a:t>
            </a:r>
          </a:p>
        </p:txBody>
      </p:sp>
      <p:pic>
        <p:nvPicPr>
          <p:cNvPr id="36" name="">
            <a:extLst xmlns:a="http://schemas.openxmlformats.org/drawingml/2006/main">
              <a:ext uri="{FF2B5EF4-FFF2-40B4-BE49-F238E27FC236}">
                <a16:creationId xmlns:a16="http://schemas.microsoft.com/office/drawing/2014/main" id="{A9BA36B5-BF1D-4A4F-8930-6A60C1F6884A}"/>
              </a:ext>
            </a:extLst>
          </p:cNvPr>
          <p:cNvPicPr>
            <a:picLocks xmlns:a="http://schemas.openxmlformats.org/drawingml/2006/main" noChangeAspect="1"/>
          </p:cNvPicPr>
          <p:nvPr/>
        </p:nvPicPr>
        <p:blipFill>
          <a:blip xmlns:r="http://schemas.openxmlformats.org/officeDocument/2006/relationships" xmlns:a="http://schemas.openxmlformats.org/drawingml/2006/main" r:embed="R204da5e925cf4c33">
            <a:extLst>
              <a:ext uri="{96DAC541-7B7A-43D3-8B79-37D633B846F1}">
                <asvg:svgBlip xmlns:asvg="http://schemas.microsoft.com/office/drawing/2016/SVG/main" r:embed="R12dd7d7d05084bf3"/>
              </a:ext>
            </a:extLst>
          </a:blip>
          <a:stretch xmlns:a="http://schemas.openxmlformats.org/drawingml/2006/main"/>
        </p:blipFill>
        <p:spPr>
          <a:xfrm xmlns:a="http://schemas.openxmlformats.org/drawingml/2006/main">
            <a:off x="4667250" y="5991225"/>
            <a:ext cx="1238250" cy="371475"/>
          </a:xfrm>
          <a:prstGeom xmlns:a="http://schemas.openxmlformats.org/drawingml/2006/main" prst="rect">
            <a:avLst/>
          </a:prstGeom>
        </p:spPr>
      </p:pic>
      <p:pic>
        <p:nvPicPr>
          <p:cNvPr id="37" name="">
            <a:extLst xmlns:a="http://schemas.openxmlformats.org/drawingml/2006/main">
              <a:ext uri="{FF2B5EF4-FFF2-40B4-BE49-F238E27FC236}">
                <a16:creationId xmlns:a16="http://schemas.microsoft.com/office/drawing/2014/main" id="{0CF3A909-B412-46DA-8C28-7291F4395B8D}"/>
              </a:ext>
            </a:extLst>
          </p:cNvPr>
          <p:cNvPicPr>
            <a:picLocks xmlns:a="http://schemas.openxmlformats.org/drawingml/2006/main" noChangeAspect="1"/>
          </p:cNvPicPr>
          <p:nvPr/>
        </p:nvPicPr>
        <p:blipFill>
          <a:blip xmlns:r="http://schemas.openxmlformats.org/officeDocument/2006/relationships" xmlns:a="http://schemas.openxmlformats.org/drawingml/2006/main" r:embed="R798390823184461d"/>
          <a:stretch xmlns:a="http://schemas.openxmlformats.org/drawingml/2006/main"/>
        </p:blipFill>
        <p:spPr>
          <a:xfrm xmlns:a="http://schemas.openxmlformats.org/drawingml/2006/main">
            <a:off x="8524875" y="5956653"/>
            <a:ext cx="381000" cy="392994"/>
          </a:xfrm>
          <a:prstGeom xmlns:a="http://schemas.openxmlformats.org/drawingml/2006/main" prst="rect">
            <a:avLst/>
          </a:prstGeom>
        </p:spPr>
      </p:pic>
      <p:sp>
        <p:nvSpPr>
          <p:cNvPr id="38" name="database-label">
            <a:extLst xmlns:a="http://schemas.openxmlformats.org/drawingml/2006/main">
              <a:ext uri="{FF2B5EF4-FFF2-40B4-BE49-F238E27FC236}">
                <a16:creationId xmlns:a16="http://schemas.microsoft.com/office/drawing/2014/main" id="{7368FCA8-8084-422B-B9FA-34D840D240AC}"/>
              </a:ext>
            </a:extLst>
          </p:cNvPr>
          <p:cNvSpPr>
            <a:spLocks xmlns:a="http://schemas.openxmlformats.org/drawingml/2006/main" noGrp="1"/>
          </p:cNvSpPr>
          <p:nvPr/>
        </p:nvSpPr>
        <p:spPr>
          <a:xfrm xmlns:a="http://schemas.openxmlformats.org/drawingml/2006/main">
            <a:off x="9067800" y="60198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111111"/>
                </a:solidFill>
                <a:latin typeface="Work Sans"/>
                <a:ea typeface="Work Sans"/>
                <a:cs typeface="Work Sans"/>
              </a:defRPr>
            </a:defPPr>
            <a:lvl1pPr>
              <a:defRPr sz="1575" b="0">
                <a:solidFill>
                  <a:srgbClr val="111111"/>
                </a:solidFill>
                <a:latin typeface="Work Sans"/>
                <a:ea typeface="Work Sans"/>
                <a:cs typeface="Work Sans"/>
              </a:defRPr>
            </a:lvl1pPr>
            <a:lvl2pPr>
              <a:defRPr sz="1575" b="0">
                <a:solidFill>
                  <a:srgbClr val="111111"/>
                </a:solidFill>
                <a:latin typeface="Work Sans"/>
                <a:ea typeface="Work Sans"/>
                <a:cs typeface="Work Sans"/>
              </a:defRPr>
            </a:lvl2pPr>
            <a:lvl3pPr>
              <a:defRPr sz="1575" b="0">
                <a:solidFill>
                  <a:srgbClr val="111111"/>
                </a:solidFill>
                <a:latin typeface="Work Sans"/>
                <a:ea typeface="Work Sans"/>
                <a:cs typeface="Work Sans"/>
              </a:defRPr>
            </a:lvl3pPr>
            <a:lvl4pPr>
              <a:defRPr sz="1575" b="0">
                <a:solidFill>
                  <a:srgbClr val="111111"/>
                </a:solidFill>
                <a:latin typeface="Work Sans"/>
                <a:ea typeface="Work Sans"/>
                <a:cs typeface="Work Sans"/>
              </a:defRPr>
            </a:lvl4pPr>
            <a:lvl5pPr>
              <a:defRPr sz="1575" b="0">
                <a:solidFill>
                  <a:srgbClr val="111111"/>
                </a:solidFill>
                <a:latin typeface="Work Sans"/>
                <a:ea typeface="Work Sans"/>
                <a:cs typeface="Work Sans"/>
              </a:defRPr>
            </a:lvl5pPr>
            <a:lvl6pPr>
              <a:defRPr sz="1575" b="0">
                <a:solidFill>
                  <a:srgbClr val="111111"/>
                </a:solidFill>
                <a:latin typeface="Work Sans"/>
                <a:ea typeface="Work Sans"/>
                <a:cs typeface="Work Sans"/>
              </a:defRPr>
            </a:lvl6pPr>
            <a:lvl7pPr>
              <a:defRPr sz="1575" b="0">
                <a:solidFill>
                  <a:srgbClr val="111111"/>
                </a:solidFill>
                <a:latin typeface="Work Sans"/>
                <a:ea typeface="Work Sans"/>
                <a:cs typeface="Work Sans"/>
              </a:defRPr>
            </a:lvl7pPr>
            <a:lvl8pPr>
              <a:defRPr sz="1575" b="0">
                <a:solidFill>
                  <a:srgbClr val="111111"/>
                </a:solidFill>
                <a:latin typeface="Work Sans"/>
                <a:ea typeface="Work Sans"/>
                <a:cs typeface="Work Sans"/>
              </a:defRPr>
            </a:lvl8pPr>
            <a:lvl9pPr>
              <a:defRPr sz="1575" b="0">
                <a:solidFill>
                  <a:srgbClr val="111111"/>
                </a:solidFill>
                <a:latin typeface="Work Sans"/>
                <a:ea typeface="Work Sans"/>
                <a:cs typeface="Work Sans"/>
              </a:defRPr>
            </a:lvl9pPr>
          </a:lstStyle>
          <a:p xmlns:a="http://schemas.openxmlformats.org/drawingml/2006/main">
            <a:pPr>
              <a:defRPr sz="1575" b="0">
                <a:solidFill>
                  <a:srgbClr val="111111"/>
                </a:solidFill>
                <a:latin typeface="Work Sans"/>
                <a:ea typeface="Work Sans"/>
                <a:cs typeface="Work Sans"/>
              </a:defRPr>
            </a:pPr>
            <a:r>
              <a:rPr sz="1575" b="0">
                <a:solidFill>
                  <a:srgbClr val="111111"/>
                </a:solidFill>
                <a:latin typeface="Work Sans"/>
                <a:ea typeface="Work Sans"/>
                <a:cs typeface="Work Sans"/>
              </a:rPr>
              <a:t>PostgreSQL</a:t>
            </a:r>
          </a:p>
        </p:txBody>
      </p:sp>
    </p:spTree>
    <p:extLst>
      <p:ext uri="{BB962C8B-B14F-4D97-AF65-F5344CB8AC3E}">
        <p14:creationId xmlns:p14="http://schemas.microsoft.com/office/powerpoint/2010/main" val="496293755"/>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section">
            <a:extLst xmlns:a="http://schemas.openxmlformats.org/drawingml/2006/main">
              <a:ext uri="{FF2B5EF4-FFF2-40B4-BE49-F238E27FC236}">
                <a16:creationId xmlns:a16="http://schemas.microsoft.com/office/drawing/2014/main" id="{565363D2-236C-4B56-BB5A-899301F9A9F7}"/>
              </a:ext>
            </a:extLst>
          </p:cNvPr>
          <p:cNvSpPr>
            <a:spLocks xmlns:a="http://schemas.openxmlformats.org/drawingml/2006/main" noGrp="1"/>
          </p:cNvSpPr>
          <p:nvPr/>
        </p:nvSpPr>
        <p:spPr>
          <a:xfrm xmlns:a="http://schemas.openxmlformats.org/drawingml/2006/main">
            <a:off x="609600" y="40005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1">
                <a:solidFill>
                  <a:srgbClr val="FFFFFF"/>
                </a:solidFill>
                <a:latin typeface="Work Sans"/>
                <a:ea typeface="Work Sans"/>
                <a:cs typeface="Work Sans"/>
              </a:defRPr>
            </a:defPPr>
            <a:lvl1pPr>
              <a:defRPr sz="1350" b="1">
                <a:solidFill>
                  <a:srgbClr val="FFFFFF"/>
                </a:solidFill>
                <a:latin typeface="Work Sans"/>
                <a:ea typeface="Work Sans"/>
                <a:cs typeface="Work Sans"/>
              </a:defRPr>
            </a:lvl1pPr>
            <a:lvl2pPr>
              <a:defRPr sz="1350" b="1">
                <a:solidFill>
                  <a:srgbClr val="FFFFFF"/>
                </a:solidFill>
                <a:latin typeface="Work Sans"/>
                <a:ea typeface="Work Sans"/>
                <a:cs typeface="Work Sans"/>
              </a:defRPr>
            </a:lvl2pPr>
            <a:lvl3pPr>
              <a:defRPr sz="1350" b="1">
                <a:solidFill>
                  <a:srgbClr val="FFFFFF"/>
                </a:solidFill>
                <a:latin typeface="Work Sans"/>
                <a:ea typeface="Work Sans"/>
                <a:cs typeface="Work Sans"/>
              </a:defRPr>
            </a:lvl3pPr>
            <a:lvl4pPr>
              <a:defRPr sz="1350" b="1">
                <a:solidFill>
                  <a:srgbClr val="FFFFFF"/>
                </a:solidFill>
                <a:latin typeface="Work Sans"/>
                <a:ea typeface="Work Sans"/>
                <a:cs typeface="Work Sans"/>
              </a:defRPr>
            </a:lvl4pPr>
            <a:lvl5pPr>
              <a:defRPr sz="1350" b="1">
                <a:solidFill>
                  <a:srgbClr val="FFFFFF"/>
                </a:solidFill>
                <a:latin typeface="Work Sans"/>
                <a:ea typeface="Work Sans"/>
                <a:cs typeface="Work Sans"/>
              </a:defRPr>
            </a:lvl5pPr>
            <a:lvl6pPr>
              <a:defRPr sz="1350" b="1">
                <a:solidFill>
                  <a:srgbClr val="FFFFFF"/>
                </a:solidFill>
                <a:latin typeface="Work Sans"/>
                <a:ea typeface="Work Sans"/>
                <a:cs typeface="Work Sans"/>
              </a:defRPr>
            </a:lvl6pPr>
            <a:lvl7pPr>
              <a:defRPr sz="1350" b="1">
                <a:solidFill>
                  <a:srgbClr val="FFFFFF"/>
                </a:solidFill>
                <a:latin typeface="Work Sans"/>
                <a:ea typeface="Work Sans"/>
                <a:cs typeface="Work Sans"/>
              </a:defRPr>
            </a:lvl7pPr>
            <a:lvl8pPr>
              <a:defRPr sz="1350" b="1">
                <a:solidFill>
                  <a:srgbClr val="FFFFFF"/>
                </a:solidFill>
                <a:latin typeface="Work Sans"/>
                <a:ea typeface="Work Sans"/>
                <a:cs typeface="Work Sans"/>
              </a:defRPr>
            </a:lvl8pPr>
            <a:lvl9pPr>
              <a:defRPr sz="1350" b="1">
                <a:solidFill>
                  <a:srgbClr val="FFFFFF"/>
                </a:solidFill>
                <a:latin typeface="Work Sans"/>
                <a:ea typeface="Work Sans"/>
                <a:cs typeface="Work Sans"/>
              </a:defRPr>
            </a:lvl9pPr>
          </a:lstStyle>
          <a:p xmlns:a="http://schemas.openxmlformats.org/drawingml/2006/main">
            <a:pPr>
              <a:defRPr sz="1350" b="1">
                <a:solidFill>
                  <a:srgbClr val="FFFFFF"/>
                </a:solidFill>
                <a:latin typeface="Work Sans"/>
                <a:ea typeface="Work Sans"/>
                <a:cs typeface="Work Sans"/>
              </a:defRPr>
            </a:pPr>
            <a:r>
              <a:rPr sz="1350" b="1">
                <a:solidFill>
                  <a:srgbClr val="FFFFFF"/>
                </a:solidFill>
                <a:latin typeface="Work Sans"/>
                <a:ea typeface="Work Sans"/>
                <a:cs typeface="Work Sans"/>
              </a:rPr>
              <a:t>KEY FEATURES</a:t>
            </a:r>
          </a:p>
        </p:txBody>
      </p:sp>
      <p:sp>
        <p:nvSpPr>
          <p:cNvPr id="3" name="slide-number">
            <a:extLst xmlns:a="http://schemas.openxmlformats.org/drawingml/2006/main">
              <a:ext uri="{FF2B5EF4-FFF2-40B4-BE49-F238E27FC236}">
                <a16:creationId xmlns:a16="http://schemas.microsoft.com/office/drawing/2014/main" id="{D1E12E8B-29D6-4D6A-81B6-13C48E819EC4}"/>
              </a:ext>
            </a:extLst>
          </p:cNvPr>
          <p:cNvSpPr>
            <a:spLocks xmlns:a="http://schemas.openxmlformats.org/drawingml/2006/main" noGrp="1"/>
          </p:cNvSpPr>
          <p:nvPr/>
        </p:nvSpPr>
        <p:spPr>
          <a:xfrm xmlns:a="http://schemas.openxmlformats.org/drawingml/2006/main">
            <a:off x="11182350" y="63341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0">
                <a:solidFill>
                  <a:srgbClr val="979797"/>
                </a:solidFill>
                <a:latin typeface="Work Sans"/>
                <a:ea typeface="Work Sans"/>
                <a:cs typeface="Work Sans"/>
              </a:defRPr>
            </a:defPPr>
            <a:lvl1pPr>
              <a:defRPr sz="1275" b="0">
                <a:solidFill>
                  <a:srgbClr val="979797"/>
                </a:solidFill>
                <a:latin typeface="Work Sans"/>
                <a:ea typeface="Work Sans"/>
                <a:cs typeface="Work Sans"/>
              </a:defRPr>
            </a:lvl1pPr>
            <a:lvl2pPr>
              <a:defRPr sz="1275" b="0">
                <a:solidFill>
                  <a:srgbClr val="979797"/>
                </a:solidFill>
                <a:latin typeface="Work Sans"/>
                <a:ea typeface="Work Sans"/>
                <a:cs typeface="Work Sans"/>
              </a:defRPr>
            </a:lvl2pPr>
            <a:lvl3pPr>
              <a:defRPr sz="1275" b="0">
                <a:solidFill>
                  <a:srgbClr val="979797"/>
                </a:solidFill>
                <a:latin typeface="Work Sans"/>
                <a:ea typeface="Work Sans"/>
                <a:cs typeface="Work Sans"/>
              </a:defRPr>
            </a:lvl3pPr>
            <a:lvl4pPr>
              <a:defRPr sz="1275" b="0">
                <a:solidFill>
                  <a:srgbClr val="979797"/>
                </a:solidFill>
                <a:latin typeface="Work Sans"/>
                <a:ea typeface="Work Sans"/>
                <a:cs typeface="Work Sans"/>
              </a:defRPr>
            </a:lvl4pPr>
            <a:lvl5pPr>
              <a:defRPr sz="1275" b="0">
                <a:solidFill>
                  <a:srgbClr val="979797"/>
                </a:solidFill>
                <a:latin typeface="Work Sans"/>
                <a:ea typeface="Work Sans"/>
                <a:cs typeface="Work Sans"/>
              </a:defRPr>
            </a:lvl5pPr>
            <a:lvl6pPr>
              <a:defRPr sz="1275" b="0">
                <a:solidFill>
                  <a:srgbClr val="979797"/>
                </a:solidFill>
                <a:latin typeface="Work Sans"/>
                <a:ea typeface="Work Sans"/>
                <a:cs typeface="Work Sans"/>
              </a:defRPr>
            </a:lvl6pPr>
            <a:lvl7pPr>
              <a:defRPr sz="1275" b="0">
                <a:solidFill>
                  <a:srgbClr val="979797"/>
                </a:solidFill>
                <a:latin typeface="Work Sans"/>
                <a:ea typeface="Work Sans"/>
                <a:cs typeface="Work Sans"/>
              </a:defRPr>
            </a:lvl7pPr>
            <a:lvl8pPr>
              <a:defRPr sz="1275" b="0">
                <a:solidFill>
                  <a:srgbClr val="979797"/>
                </a:solidFill>
                <a:latin typeface="Work Sans"/>
                <a:ea typeface="Work Sans"/>
                <a:cs typeface="Work Sans"/>
              </a:defRPr>
            </a:lvl8pPr>
            <a:lvl9pPr>
              <a:defRPr sz="1275" b="0">
                <a:solidFill>
                  <a:srgbClr val="979797"/>
                </a:solidFill>
                <a:latin typeface="Work Sans"/>
                <a:ea typeface="Work Sans"/>
                <a:cs typeface="Work Sans"/>
              </a:defRPr>
            </a:lvl9pPr>
          </a:lstStyle>
          <a:p xmlns:a="http://schemas.openxmlformats.org/drawingml/2006/main">
            <a:pPr>
              <a:defRPr sz="1275" b="0">
                <a:solidFill>
                  <a:srgbClr val="979797"/>
                </a:solidFill>
                <a:latin typeface="Work Sans"/>
                <a:ea typeface="Work Sans"/>
                <a:cs typeface="Work Sans"/>
              </a:defRPr>
            </a:pPr>
            <a:r>
              <a:rPr sz="1275" b="0">
                <a:solidFill>
                  <a:srgbClr val="979797"/>
                </a:solidFill>
                <a:latin typeface="Work Sans"/>
                <a:ea typeface="Work Sans"/>
                <a:cs typeface="Work Sans"/>
              </a:rPr>
              <a:t>05</a:t>
            </a:r>
          </a:p>
        </p:txBody>
      </p:sp>
      <p:sp>
        <p:nvSpPr>
          <p:cNvPr id="4" name="headline">
            <a:extLst xmlns:a="http://schemas.openxmlformats.org/drawingml/2006/main">
              <a:ext uri="{FF2B5EF4-FFF2-40B4-BE49-F238E27FC236}">
                <a16:creationId xmlns:a16="http://schemas.microsoft.com/office/drawing/2014/main" id="{9E30675A-E854-4444-93C7-5D350F7E002C}"/>
              </a:ext>
            </a:extLst>
          </p:cNvPr>
          <p:cNvSpPr>
            <a:spLocks xmlns:a="http://schemas.openxmlformats.org/drawingml/2006/main" noGrp="1"/>
          </p:cNvSpPr>
          <p:nvPr/>
        </p:nvSpPr>
        <p:spPr>
          <a:xfrm xmlns:a="http://schemas.openxmlformats.org/drawingml/2006/main">
            <a:off x="609600" y="1514475"/>
            <a:ext cx="40005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b="1">
                <a:solidFill>
                  <a:srgbClr val="FFFFFF"/>
                </a:solidFill>
                <a:latin typeface="Work Sans"/>
                <a:ea typeface="Work Sans"/>
                <a:cs typeface="Work Sans"/>
              </a:defRPr>
            </a:defPPr>
            <a:lvl1pPr>
              <a:defRPr sz="4500" b="1">
                <a:solidFill>
                  <a:srgbClr val="FFFFFF"/>
                </a:solidFill>
                <a:latin typeface="Work Sans"/>
                <a:ea typeface="Work Sans"/>
                <a:cs typeface="Work Sans"/>
              </a:defRPr>
            </a:lvl1pPr>
            <a:lvl2pPr>
              <a:defRPr sz="4500" b="1">
                <a:solidFill>
                  <a:srgbClr val="FFFFFF"/>
                </a:solidFill>
                <a:latin typeface="Work Sans"/>
                <a:ea typeface="Work Sans"/>
                <a:cs typeface="Work Sans"/>
              </a:defRPr>
            </a:lvl2pPr>
            <a:lvl3pPr>
              <a:defRPr sz="4500" b="1">
                <a:solidFill>
                  <a:srgbClr val="FFFFFF"/>
                </a:solidFill>
                <a:latin typeface="Work Sans"/>
                <a:ea typeface="Work Sans"/>
                <a:cs typeface="Work Sans"/>
              </a:defRPr>
            </a:lvl3pPr>
            <a:lvl4pPr>
              <a:defRPr sz="4500" b="1">
                <a:solidFill>
                  <a:srgbClr val="FFFFFF"/>
                </a:solidFill>
                <a:latin typeface="Work Sans"/>
                <a:ea typeface="Work Sans"/>
                <a:cs typeface="Work Sans"/>
              </a:defRPr>
            </a:lvl4pPr>
            <a:lvl5pPr>
              <a:defRPr sz="4500" b="1">
                <a:solidFill>
                  <a:srgbClr val="FFFFFF"/>
                </a:solidFill>
                <a:latin typeface="Work Sans"/>
                <a:ea typeface="Work Sans"/>
                <a:cs typeface="Work Sans"/>
              </a:defRPr>
            </a:lvl5pPr>
            <a:lvl6pPr>
              <a:defRPr sz="4500" b="1">
                <a:solidFill>
                  <a:srgbClr val="FFFFFF"/>
                </a:solidFill>
                <a:latin typeface="Work Sans"/>
                <a:ea typeface="Work Sans"/>
                <a:cs typeface="Work Sans"/>
              </a:defRPr>
            </a:lvl6pPr>
            <a:lvl7pPr>
              <a:defRPr sz="4500" b="1">
                <a:solidFill>
                  <a:srgbClr val="FFFFFF"/>
                </a:solidFill>
                <a:latin typeface="Work Sans"/>
                <a:ea typeface="Work Sans"/>
                <a:cs typeface="Work Sans"/>
              </a:defRPr>
            </a:lvl7pPr>
            <a:lvl8pPr>
              <a:defRPr sz="4500" b="1">
                <a:solidFill>
                  <a:srgbClr val="FFFFFF"/>
                </a:solidFill>
                <a:latin typeface="Work Sans"/>
                <a:ea typeface="Work Sans"/>
                <a:cs typeface="Work Sans"/>
              </a:defRPr>
            </a:lvl8pPr>
            <a:lvl9pPr>
              <a:defRPr sz="4500" b="1">
                <a:solidFill>
                  <a:srgbClr val="FFFFFF"/>
                </a:solidFill>
                <a:latin typeface="Work Sans"/>
                <a:ea typeface="Work Sans"/>
                <a:cs typeface="Work Sans"/>
              </a:defRPr>
            </a:lvl9pPr>
          </a:lstStyle>
          <a:p xmlns:a="http://schemas.openxmlformats.org/drawingml/2006/main">
            <a:pPr>
              <a:defRPr sz="4500" b="1">
                <a:solidFill>
                  <a:srgbClr val="FFFFFF"/>
                </a:solidFill>
                <a:latin typeface="Work Sans"/>
                <a:ea typeface="Work Sans"/>
                <a:cs typeface="Work Sans"/>
              </a:defRPr>
            </a:pPr>
            <a:r>
              <a:rPr sz="4500" b="1">
                <a:solidFill>
                  <a:srgbClr val="FFFFFF"/>
                </a:solidFill>
                <a:latin typeface="Work Sans"/>
                <a:ea typeface="Work Sans"/>
                <a:cs typeface="Work Sans"/>
              </a:rPr>
              <a:t>A voice agent</a:t>
            </a:r>
          </a:p>
          <a:p xmlns:a="http://schemas.openxmlformats.org/drawingml/2006/main">
            <a:pPr>
              <a:defRPr sz="4500" b="1">
                <a:solidFill>
                  <a:srgbClr val="FFFFFF"/>
                </a:solidFill>
                <a:latin typeface="Work Sans"/>
                <a:ea typeface="Work Sans"/>
                <a:cs typeface="Work Sans"/>
              </a:defRPr>
            </a:pPr>
            <a:r>
              <a:rPr sz="4500" b="1">
                <a:solidFill>
                  <a:srgbClr val="FFFFFF"/>
                </a:solidFill>
                <a:latin typeface="Work Sans"/>
                <a:ea typeface="Work Sans"/>
                <a:cs typeface="Work Sans"/>
              </a:rPr>
              <a:t>with the tools</a:t>
            </a:r>
          </a:p>
          <a:p xmlns:a="http://schemas.openxmlformats.org/drawingml/2006/main">
            <a:pPr>
              <a:defRPr sz="4500" b="1">
                <a:solidFill>
                  <a:srgbClr val="FFFFFF"/>
                </a:solidFill>
                <a:latin typeface="Work Sans"/>
                <a:ea typeface="Work Sans"/>
                <a:cs typeface="Work Sans"/>
              </a:defRPr>
            </a:pPr>
            <a:r>
              <a:rPr sz="4500" b="1">
                <a:solidFill>
                  <a:srgbClr val="FFFFFF"/>
                </a:solidFill>
                <a:latin typeface="Work Sans"/>
                <a:ea typeface="Work Sans"/>
                <a:cs typeface="Work Sans"/>
              </a:rPr>
              <a:t>to do the work</a:t>
            </a:r>
          </a:p>
        </p:txBody>
      </p:sp>
      <p:sp>
        <p:nvSpPr>
          <p:cNvPr id="5" name="scope-note">
            <a:extLst xmlns:a="http://schemas.openxmlformats.org/drawingml/2006/main">
              <a:ext uri="{FF2B5EF4-FFF2-40B4-BE49-F238E27FC236}">
                <a16:creationId xmlns:a16="http://schemas.microsoft.com/office/drawing/2014/main" id="{1FFF24FE-5ACB-4EFC-8A85-32D27A9EE93E}"/>
              </a:ext>
            </a:extLst>
          </p:cNvPr>
          <p:cNvSpPr>
            <a:spLocks xmlns:a="http://schemas.openxmlformats.org/drawingml/2006/main" noGrp="1"/>
          </p:cNvSpPr>
          <p:nvPr/>
        </p:nvSpPr>
        <p:spPr>
          <a:xfrm xmlns:a="http://schemas.openxmlformats.org/drawingml/2006/main">
            <a:off x="609600" y="4495800"/>
            <a:ext cx="35242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979797"/>
                </a:solidFill>
                <a:latin typeface="Work Sans"/>
                <a:ea typeface="Work Sans"/>
                <a:cs typeface="Work Sans"/>
              </a:defRPr>
            </a:defPPr>
            <a:lvl1pPr>
              <a:defRPr sz="1725" b="0">
                <a:solidFill>
                  <a:srgbClr val="979797"/>
                </a:solidFill>
                <a:latin typeface="Work Sans"/>
                <a:ea typeface="Work Sans"/>
                <a:cs typeface="Work Sans"/>
              </a:defRPr>
            </a:lvl1pPr>
            <a:lvl2pPr>
              <a:defRPr sz="1725" b="0">
                <a:solidFill>
                  <a:srgbClr val="979797"/>
                </a:solidFill>
                <a:latin typeface="Work Sans"/>
                <a:ea typeface="Work Sans"/>
                <a:cs typeface="Work Sans"/>
              </a:defRPr>
            </a:lvl2pPr>
            <a:lvl3pPr>
              <a:defRPr sz="1725" b="0">
                <a:solidFill>
                  <a:srgbClr val="979797"/>
                </a:solidFill>
                <a:latin typeface="Work Sans"/>
                <a:ea typeface="Work Sans"/>
                <a:cs typeface="Work Sans"/>
              </a:defRPr>
            </a:lvl3pPr>
            <a:lvl4pPr>
              <a:defRPr sz="1725" b="0">
                <a:solidFill>
                  <a:srgbClr val="979797"/>
                </a:solidFill>
                <a:latin typeface="Work Sans"/>
                <a:ea typeface="Work Sans"/>
                <a:cs typeface="Work Sans"/>
              </a:defRPr>
            </a:lvl4pPr>
            <a:lvl5pPr>
              <a:defRPr sz="1725" b="0">
                <a:solidFill>
                  <a:srgbClr val="979797"/>
                </a:solidFill>
                <a:latin typeface="Work Sans"/>
                <a:ea typeface="Work Sans"/>
                <a:cs typeface="Work Sans"/>
              </a:defRPr>
            </a:lvl5pPr>
            <a:lvl6pPr>
              <a:defRPr sz="1725" b="0">
                <a:solidFill>
                  <a:srgbClr val="979797"/>
                </a:solidFill>
                <a:latin typeface="Work Sans"/>
                <a:ea typeface="Work Sans"/>
                <a:cs typeface="Work Sans"/>
              </a:defRPr>
            </a:lvl6pPr>
            <a:lvl7pPr>
              <a:defRPr sz="1725" b="0">
                <a:solidFill>
                  <a:srgbClr val="979797"/>
                </a:solidFill>
                <a:latin typeface="Work Sans"/>
                <a:ea typeface="Work Sans"/>
                <a:cs typeface="Work Sans"/>
              </a:defRPr>
            </a:lvl7pPr>
            <a:lvl8pPr>
              <a:defRPr sz="1725" b="0">
                <a:solidFill>
                  <a:srgbClr val="979797"/>
                </a:solidFill>
                <a:latin typeface="Work Sans"/>
                <a:ea typeface="Work Sans"/>
                <a:cs typeface="Work Sans"/>
              </a:defRPr>
            </a:lvl8pPr>
            <a:lvl9pPr>
              <a:defRPr sz="1725" b="0">
                <a:solidFill>
                  <a:srgbClr val="979797"/>
                </a:solidFill>
                <a:latin typeface="Work Sans"/>
                <a:ea typeface="Work Sans"/>
                <a:cs typeface="Work Sans"/>
              </a:defRPr>
            </a:lvl9pPr>
          </a:lstStyle>
          <a:p xmlns:a="http://schemas.openxmlformats.org/drawingml/2006/main">
            <a:pPr>
              <a:defRPr sz="1725" b="0">
                <a:solidFill>
                  <a:srgbClr val="979797"/>
                </a:solidFill>
                <a:latin typeface="Work Sans"/>
                <a:ea typeface="Work Sans"/>
                <a:cs typeface="Work Sans"/>
              </a:defRPr>
            </a:pPr>
            <a:r>
              <a:rPr sz="1725" b="0">
                <a:solidFill>
                  <a:srgbClr val="979797"/>
                </a:solidFill>
                <a:latin typeface="Work Sans"/>
                <a:ea typeface="Work Sans"/>
                <a:cs typeface="Work Sans"/>
              </a:rPr>
              <a:t>Task-driven compiler</a:t>
            </a:r>
          </a:p>
          <a:p xmlns:a="http://schemas.openxmlformats.org/drawingml/2006/main">
            <a:pPr>
              <a:defRPr sz="1725" b="0">
                <a:solidFill>
                  <a:srgbClr val="979797"/>
                </a:solidFill>
                <a:latin typeface="Work Sans"/>
                <a:ea typeface="Work Sans"/>
                <a:cs typeface="Work Sans"/>
              </a:defRPr>
            </a:pPr>
            <a:r>
              <a:rPr sz="1725" b="0">
                <a:solidFill>
                  <a:srgbClr val="979797"/>
                </a:solidFill>
                <a:latin typeface="Work Sans"/>
                <a:ea typeface="Work Sans"/>
                <a:cs typeface="Work Sans"/>
              </a:rPr>
              <a:t>Executable tool graph</a:t>
            </a:r>
          </a:p>
          <a:p xmlns:a="http://schemas.openxmlformats.org/drawingml/2006/main">
            <a:pPr>
              <a:defRPr sz="1725" b="0">
                <a:solidFill>
                  <a:srgbClr val="979797"/>
                </a:solidFill>
                <a:latin typeface="Work Sans"/>
                <a:ea typeface="Work Sans"/>
                <a:cs typeface="Work Sans"/>
              </a:defRPr>
            </a:pPr>
            <a:r>
              <a:rPr sz="1725" b="0">
                <a:solidFill>
                  <a:srgbClr val="979797"/>
                </a:solidFill>
                <a:latin typeface="Work Sans"/>
                <a:ea typeface="Work Sans"/>
                <a:cs typeface="Work Sans"/>
              </a:rPr>
              <a:t>Reviewable results</a:t>
            </a:r>
          </a:p>
        </p:txBody>
      </p:sp>
      <p:sp>
        <p:nvSpPr>
          <p:cNvPr id="6" name="feature-number-0">
            <a:extLst xmlns:a="http://schemas.openxmlformats.org/drawingml/2006/main">
              <a:ext uri="{FF2B5EF4-FFF2-40B4-BE49-F238E27FC236}">
                <a16:creationId xmlns:a16="http://schemas.microsoft.com/office/drawing/2014/main" id="{6A560363-E2B3-490B-AF7A-2A3D3D118095}"/>
              </a:ext>
            </a:extLst>
          </p:cNvPr>
          <p:cNvSpPr>
            <a:spLocks xmlns:a="http://schemas.openxmlformats.org/drawingml/2006/main" noGrp="1"/>
          </p:cNvSpPr>
          <p:nvPr/>
        </p:nvSpPr>
        <p:spPr>
          <a:xfrm xmlns:a="http://schemas.openxmlformats.org/drawingml/2006/main">
            <a:off x="4953000" y="1428750"/>
            <a:ext cx="62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25037"/>
                </a:solidFill>
                <a:latin typeface="Work Sans"/>
                <a:ea typeface="Work Sans"/>
                <a:cs typeface="Work Sans"/>
              </a:defRPr>
            </a:defPPr>
            <a:lvl1pPr>
              <a:defRPr sz="2250" b="0">
                <a:solidFill>
                  <a:srgbClr val="F25037"/>
                </a:solidFill>
                <a:latin typeface="Work Sans"/>
                <a:ea typeface="Work Sans"/>
                <a:cs typeface="Work Sans"/>
              </a:defRPr>
            </a:lvl1pPr>
            <a:lvl2pPr>
              <a:defRPr sz="2250" b="0">
                <a:solidFill>
                  <a:srgbClr val="F25037"/>
                </a:solidFill>
                <a:latin typeface="Work Sans"/>
                <a:ea typeface="Work Sans"/>
                <a:cs typeface="Work Sans"/>
              </a:defRPr>
            </a:lvl2pPr>
            <a:lvl3pPr>
              <a:defRPr sz="2250" b="0">
                <a:solidFill>
                  <a:srgbClr val="F25037"/>
                </a:solidFill>
                <a:latin typeface="Work Sans"/>
                <a:ea typeface="Work Sans"/>
                <a:cs typeface="Work Sans"/>
              </a:defRPr>
            </a:lvl3pPr>
            <a:lvl4pPr>
              <a:defRPr sz="2250" b="0">
                <a:solidFill>
                  <a:srgbClr val="F25037"/>
                </a:solidFill>
                <a:latin typeface="Work Sans"/>
                <a:ea typeface="Work Sans"/>
                <a:cs typeface="Work Sans"/>
              </a:defRPr>
            </a:lvl4pPr>
            <a:lvl5pPr>
              <a:defRPr sz="2250" b="0">
                <a:solidFill>
                  <a:srgbClr val="F25037"/>
                </a:solidFill>
                <a:latin typeface="Work Sans"/>
                <a:ea typeface="Work Sans"/>
                <a:cs typeface="Work Sans"/>
              </a:defRPr>
            </a:lvl5pPr>
            <a:lvl6pPr>
              <a:defRPr sz="2250" b="0">
                <a:solidFill>
                  <a:srgbClr val="F25037"/>
                </a:solidFill>
                <a:latin typeface="Work Sans"/>
                <a:ea typeface="Work Sans"/>
                <a:cs typeface="Work Sans"/>
              </a:defRPr>
            </a:lvl6pPr>
            <a:lvl7pPr>
              <a:defRPr sz="2250" b="0">
                <a:solidFill>
                  <a:srgbClr val="F25037"/>
                </a:solidFill>
                <a:latin typeface="Work Sans"/>
                <a:ea typeface="Work Sans"/>
                <a:cs typeface="Work Sans"/>
              </a:defRPr>
            </a:lvl7pPr>
            <a:lvl8pPr>
              <a:defRPr sz="2250" b="0">
                <a:solidFill>
                  <a:srgbClr val="F25037"/>
                </a:solidFill>
                <a:latin typeface="Work Sans"/>
                <a:ea typeface="Work Sans"/>
                <a:cs typeface="Work Sans"/>
              </a:defRPr>
            </a:lvl8pPr>
            <a:lvl9pPr>
              <a:defRPr sz="2250" b="0">
                <a:solidFill>
                  <a:srgbClr val="F25037"/>
                </a:solidFill>
                <a:latin typeface="Work Sans"/>
                <a:ea typeface="Work Sans"/>
                <a:cs typeface="Work Sans"/>
              </a:defRPr>
            </a:lvl9pPr>
          </a:lstStyle>
          <a:p xmlns:a="http://schemas.openxmlformats.org/drawingml/2006/main">
            <a:pPr>
              <a:defRPr sz="2250" b="0">
                <a:solidFill>
                  <a:srgbClr val="F25037"/>
                </a:solidFill>
                <a:latin typeface="Work Sans"/>
                <a:ea typeface="Work Sans"/>
                <a:cs typeface="Work Sans"/>
              </a:defRPr>
            </a:pPr>
            <a:r>
              <a:rPr sz="2250" b="0">
                <a:solidFill>
                  <a:srgbClr val="F25037"/>
                </a:solidFill>
                <a:latin typeface="Work Sans"/>
                <a:ea typeface="Work Sans"/>
                <a:cs typeface="Work Sans"/>
              </a:rPr>
              <a:t>01</a:t>
            </a:r>
          </a:p>
        </p:txBody>
      </p:sp>
      <p:sp>
        <p:nvSpPr>
          <p:cNvPr id="7" name="feature-title-0">
            <a:extLst xmlns:a="http://schemas.openxmlformats.org/drawingml/2006/main">
              <a:ext uri="{FF2B5EF4-FFF2-40B4-BE49-F238E27FC236}">
                <a16:creationId xmlns:a16="http://schemas.microsoft.com/office/drawing/2014/main" id="{6424F3B6-B89D-42BA-9C4F-FC156BF29282}"/>
              </a:ext>
            </a:extLst>
          </p:cNvPr>
          <p:cNvSpPr>
            <a:spLocks xmlns:a="http://schemas.openxmlformats.org/drawingml/2006/main" noGrp="1"/>
          </p:cNvSpPr>
          <p:nvPr/>
        </p:nvSpPr>
        <p:spPr>
          <a:xfrm xmlns:a="http://schemas.openxmlformats.org/drawingml/2006/main">
            <a:off x="5772150" y="14192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FFFFFF"/>
                </a:solidFill>
                <a:latin typeface="Work Sans"/>
                <a:ea typeface="Work Sans"/>
                <a:cs typeface="Work Sans"/>
              </a:defRPr>
            </a:defPPr>
            <a:lvl1pPr>
              <a:defRPr sz="2175" b="1">
                <a:solidFill>
                  <a:srgbClr val="FFFFFF"/>
                </a:solidFill>
                <a:latin typeface="Work Sans"/>
                <a:ea typeface="Work Sans"/>
                <a:cs typeface="Work Sans"/>
              </a:defRPr>
            </a:lvl1pPr>
            <a:lvl2pPr>
              <a:defRPr sz="2175" b="1">
                <a:solidFill>
                  <a:srgbClr val="FFFFFF"/>
                </a:solidFill>
                <a:latin typeface="Work Sans"/>
                <a:ea typeface="Work Sans"/>
                <a:cs typeface="Work Sans"/>
              </a:defRPr>
            </a:lvl2pPr>
            <a:lvl3pPr>
              <a:defRPr sz="2175" b="1">
                <a:solidFill>
                  <a:srgbClr val="FFFFFF"/>
                </a:solidFill>
                <a:latin typeface="Work Sans"/>
                <a:ea typeface="Work Sans"/>
                <a:cs typeface="Work Sans"/>
              </a:defRPr>
            </a:lvl3pPr>
            <a:lvl4pPr>
              <a:defRPr sz="2175" b="1">
                <a:solidFill>
                  <a:srgbClr val="FFFFFF"/>
                </a:solidFill>
                <a:latin typeface="Work Sans"/>
                <a:ea typeface="Work Sans"/>
                <a:cs typeface="Work Sans"/>
              </a:defRPr>
            </a:lvl4pPr>
            <a:lvl5pPr>
              <a:defRPr sz="2175" b="1">
                <a:solidFill>
                  <a:srgbClr val="FFFFFF"/>
                </a:solidFill>
                <a:latin typeface="Work Sans"/>
                <a:ea typeface="Work Sans"/>
                <a:cs typeface="Work Sans"/>
              </a:defRPr>
            </a:lvl5pPr>
            <a:lvl6pPr>
              <a:defRPr sz="2175" b="1">
                <a:solidFill>
                  <a:srgbClr val="FFFFFF"/>
                </a:solidFill>
                <a:latin typeface="Work Sans"/>
                <a:ea typeface="Work Sans"/>
                <a:cs typeface="Work Sans"/>
              </a:defRPr>
            </a:lvl6pPr>
            <a:lvl7pPr>
              <a:defRPr sz="2175" b="1">
                <a:solidFill>
                  <a:srgbClr val="FFFFFF"/>
                </a:solidFill>
                <a:latin typeface="Work Sans"/>
                <a:ea typeface="Work Sans"/>
                <a:cs typeface="Work Sans"/>
              </a:defRPr>
            </a:lvl7pPr>
            <a:lvl8pPr>
              <a:defRPr sz="2175" b="1">
                <a:solidFill>
                  <a:srgbClr val="FFFFFF"/>
                </a:solidFill>
                <a:latin typeface="Work Sans"/>
                <a:ea typeface="Work Sans"/>
                <a:cs typeface="Work Sans"/>
              </a:defRPr>
            </a:lvl8pPr>
            <a:lvl9pPr>
              <a:defRPr sz="2175" b="1">
                <a:solidFill>
                  <a:srgbClr val="FFFFFF"/>
                </a:solidFill>
                <a:latin typeface="Work Sans"/>
                <a:ea typeface="Work Sans"/>
                <a:cs typeface="Work Sans"/>
              </a:defRPr>
            </a:lvl9pPr>
          </a:lstStyle>
          <a:p xmlns:a="http://schemas.openxmlformats.org/drawingml/2006/main">
            <a:pPr>
              <a:defRPr sz="2175" b="1">
                <a:solidFill>
                  <a:srgbClr val="FFFFFF"/>
                </a:solidFill>
                <a:latin typeface="Work Sans"/>
                <a:ea typeface="Work Sans"/>
                <a:cs typeface="Work Sans"/>
              </a:defRPr>
            </a:pPr>
            <a:r>
              <a:rPr sz="2175" b="1">
                <a:solidFill>
                  <a:srgbClr val="FFFFFF"/>
                </a:solidFill>
                <a:latin typeface="Work Sans"/>
                <a:ea typeface="Work Sans"/>
                <a:cs typeface="Work Sans"/>
              </a:rPr>
              <a:t>Understand the work</a:t>
            </a:r>
          </a:p>
        </p:txBody>
      </p:sp>
      <p:sp>
        <p:nvSpPr>
          <p:cNvPr id="8" name="feature-body-0">
            <a:extLst xmlns:a="http://schemas.openxmlformats.org/drawingml/2006/main">
              <a:ext uri="{FF2B5EF4-FFF2-40B4-BE49-F238E27FC236}">
                <a16:creationId xmlns:a16="http://schemas.microsoft.com/office/drawing/2014/main" id="{84AA0102-4094-4F0A-B0B2-9A902567F360}"/>
              </a:ext>
            </a:extLst>
          </p:cNvPr>
          <p:cNvSpPr>
            <a:spLocks xmlns:a="http://schemas.openxmlformats.org/drawingml/2006/main" noGrp="1"/>
          </p:cNvSpPr>
          <p:nvPr/>
        </p:nvSpPr>
        <p:spPr>
          <a:xfrm xmlns:a="http://schemas.openxmlformats.org/drawingml/2006/main">
            <a:off x="5772150" y="1847850"/>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979797"/>
                </a:solidFill>
                <a:latin typeface="Work Sans"/>
                <a:ea typeface="Work Sans"/>
                <a:cs typeface="Work Sans"/>
              </a:defRPr>
            </a:defPPr>
            <a:lvl1pPr>
              <a:defRPr sz="1650" b="0">
                <a:solidFill>
                  <a:srgbClr val="979797"/>
                </a:solidFill>
                <a:latin typeface="Work Sans"/>
                <a:ea typeface="Work Sans"/>
                <a:cs typeface="Work Sans"/>
              </a:defRPr>
            </a:lvl1pPr>
            <a:lvl2pPr>
              <a:defRPr sz="1650" b="0">
                <a:solidFill>
                  <a:srgbClr val="979797"/>
                </a:solidFill>
                <a:latin typeface="Work Sans"/>
                <a:ea typeface="Work Sans"/>
                <a:cs typeface="Work Sans"/>
              </a:defRPr>
            </a:lvl2pPr>
            <a:lvl3pPr>
              <a:defRPr sz="1650" b="0">
                <a:solidFill>
                  <a:srgbClr val="979797"/>
                </a:solidFill>
                <a:latin typeface="Work Sans"/>
                <a:ea typeface="Work Sans"/>
                <a:cs typeface="Work Sans"/>
              </a:defRPr>
            </a:lvl3pPr>
            <a:lvl4pPr>
              <a:defRPr sz="1650" b="0">
                <a:solidFill>
                  <a:srgbClr val="979797"/>
                </a:solidFill>
                <a:latin typeface="Work Sans"/>
                <a:ea typeface="Work Sans"/>
                <a:cs typeface="Work Sans"/>
              </a:defRPr>
            </a:lvl4pPr>
            <a:lvl5pPr>
              <a:defRPr sz="1650" b="0">
                <a:solidFill>
                  <a:srgbClr val="979797"/>
                </a:solidFill>
                <a:latin typeface="Work Sans"/>
                <a:ea typeface="Work Sans"/>
                <a:cs typeface="Work Sans"/>
              </a:defRPr>
            </a:lvl5pPr>
            <a:lvl6pPr>
              <a:defRPr sz="1650" b="0">
                <a:solidFill>
                  <a:srgbClr val="979797"/>
                </a:solidFill>
                <a:latin typeface="Work Sans"/>
                <a:ea typeface="Work Sans"/>
                <a:cs typeface="Work Sans"/>
              </a:defRPr>
            </a:lvl6pPr>
            <a:lvl7pPr>
              <a:defRPr sz="1650" b="0">
                <a:solidFill>
                  <a:srgbClr val="979797"/>
                </a:solidFill>
                <a:latin typeface="Work Sans"/>
                <a:ea typeface="Work Sans"/>
                <a:cs typeface="Work Sans"/>
              </a:defRPr>
            </a:lvl7pPr>
            <a:lvl8pPr>
              <a:defRPr sz="1650" b="0">
                <a:solidFill>
                  <a:srgbClr val="979797"/>
                </a:solidFill>
                <a:latin typeface="Work Sans"/>
                <a:ea typeface="Work Sans"/>
                <a:cs typeface="Work Sans"/>
              </a:defRPr>
            </a:lvl8pPr>
            <a:lvl9pPr>
              <a:defRPr sz="1650" b="0">
                <a:solidFill>
                  <a:srgbClr val="979797"/>
                </a:solidFill>
                <a:latin typeface="Work Sans"/>
                <a:ea typeface="Work Sans"/>
                <a:cs typeface="Work Sans"/>
              </a:defRPr>
            </a:lvl9pPr>
          </a:lstStyle>
          <a:p xmlns:a="http://schemas.openxmlformats.org/drawingml/2006/main">
            <a:pPr>
              <a:defRPr sz="1650" b="0">
                <a:solidFill>
                  <a:srgbClr val="979797"/>
                </a:solidFill>
                <a:latin typeface="Work Sans"/>
                <a:ea typeface="Work Sans"/>
                <a:cs typeface="Work Sans"/>
              </a:defRPr>
            </a:pPr>
            <a:r>
              <a:rPr sz="1650" b="0">
                <a:solidFill>
                  <a:srgbClr val="979797"/>
                </a:solidFill>
                <a:latin typeface="Work Sans"/>
                <a:ea typeface="Work Sans"/>
                <a:cs typeface="Work Sans"/>
              </a:rPr>
              <a:t>Infer task inputs. Configure persona, language and voice.</a:t>
            </a:r>
          </a:p>
        </p:txBody>
      </p:sp>
      <p:sp>
        <p:nvSpPr>
          <p:cNvPr id="9" name="feature-number-1">
            <a:extLst xmlns:a="http://schemas.openxmlformats.org/drawingml/2006/main">
              <a:ext uri="{FF2B5EF4-FFF2-40B4-BE49-F238E27FC236}">
                <a16:creationId xmlns:a16="http://schemas.microsoft.com/office/drawing/2014/main" id="{408AF634-A561-4DF7-B24C-C1154C4DA210}"/>
              </a:ext>
            </a:extLst>
          </p:cNvPr>
          <p:cNvSpPr>
            <a:spLocks xmlns:a="http://schemas.openxmlformats.org/drawingml/2006/main" noGrp="1"/>
          </p:cNvSpPr>
          <p:nvPr/>
        </p:nvSpPr>
        <p:spPr>
          <a:xfrm xmlns:a="http://schemas.openxmlformats.org/drawingml/2006/main">
            <a:off x="4953000" y="2371725"/>
            <a:ext cx="62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25037"/>
                </a:solidFill>
                <a:latin typeface="Work Sans"/>
                <a:ea typeface="Work Sans"/>
                <a:cs typeface="Work Sans"/>
              </a:defRPr>
            </a:defPPr>
            <a:lvl1pPr>
              <a:defRPr sz="2250" b="0">
                <a:solidFill>
                  <a:srgbClr val="F25037"/>
                </a:solidFill>
                <a:latin typeface="Work Sans"/>
                <a:ea typeface="Work Sans"/>
                <a:cs typeface="Work Sans"/>
              </a:defRPr>
            </a:lvl1pPr>
            <a:lvl2pPr>
              <a:defRPr sz="2250" b="0">
                <a:solidFill>
                  <a:srgbClr val="F25037"/>
                </a:solidFill>
                <a:latin typeface="Work Sans"/>
                <a:ea typeface="Work Sans"/>
                <a:cs typeface="Work Sans"/>
              </a:defRPr>
            </a:lvl2pPr>
            <a:lvl3pPr>
              <a:defRPr sz="2250" b="0">
                <a:solidFill>
                  <a:srgbClr val="F25037"/>
                </a:solidFill>
                <a:latin typeface="Work Sans"/>
                <a:ea typeface="Work Sans"/>
                <a:cs typeface="Work Sans"/>
              </a:defRPr>
            </a:lvl3pPr>
            <a:lvl4pPr>
              <a:defRPr sz="2250" b="0">
                <a:solidFill>
                  <a:srgbClr val="F25037"/>
                </a:solidFill>
                <a:latin typeface="Work Sans"/>
                <a:ea typeface="Work Sans"/>
                <a:cs typeface="Work Sans"/>
              </a:defRPr>
            </a:lvl4pPr>
            <a:lvl5pPr>
              <a:defRPr sz="2250" b="0">
                <a:solidFill>
                  <a:srgbClr val="F25037"/>
                </a:solidFill>
                <a:latin typeface="Work Sans"/>
                <a:ea typeface="Work Sans"/>
                <a:cs typeface="Work Sans"/>
              </a:defRPr>
            </a:lvl5pPr>
            <a:lvl6pPr>
              <a:defRPr sz="2250" b="0">
                <a:solidFill>
                  <a:srgbClr val="F25037"/>
                </a:solidFill>
                <a:latin typeface="Work Sans"/>
                <a:ea typeface="Work Sans"/>
                <a:cs typeface="Work Sans"/>
              </a:defRPr>
            </a:lvl6pPr>
            <a:lvl7pPr>
              <a:defRPr sz="2250" b="0">
                <a:solidFill>
                  <a:srgbClr val="F25037"/>
                </a:solidFill>
                <a:latin typeface="Work Sans"/>
                <a:ea typeface="Work Sans"/>
                <a:cs typeface="Work Sans"/>
              </a:defRPr>
            </a:lvl7pPr>
            <a:lvl8pPr>
              <a:defRPr sz="2250" b="0">
                <a:solidFill>
                  <a:srgbClr val="F25037"/>
                </a:solidFill>
                <a:latin typeface="Work Sans"/>
                <a:ea typeface="Work Sans"/>
                <a:cs typeface="Work Sans"/>
              </a:defRPr>
            </a:lvl8pPr>
            <a:lvl9pPr>
              <a:defRPr sz="2250" b="0">
                <a:solidFill>
                  <a:srgbClr val="F25037"/>
                </a:solidFill>
                <a:latin typeface="Work Sans"/>
                <a:ea typeface="Work Sans"/>
                <a:cs typeface="Work Sans"/>
              </a:defRPr>
            </a:lvl9pPr>
          </a:lstStyle>
          <a:p xmlns:a="http://schemas.openxmlformats.org/drawingml/2006/main">
            <a:pPr>
              <a:defRPr sz="2250" b="0">
                <a:solidFill>
                  <a:srgbClr val="F25037"/>
                </a:solidFill>
                <a:latin typeface="Work Sans"/>
                <a:ea typeface="Work Sans"/>
                <a:cs typeface="Work Sans"/>
              </a:defRPr>
            </a:pPr>
            <a:r>
              <a:rPr sz="2250" b="0">
                <a:solidFill>
                  <a:srgbClr val="F25037"/>
                </a:solidFill>
                <a:latin typeface="Work Sans"/>
                <a:ea typeface="Work Sans"/>
                <a:cs typeface="Work Sans"/>
              </a:rPr>
              <a:t>02</a:t>
            </a:r>
          </a:p>
        </p:txBody>
      </p:sp>
      <p:sp>
        <p:nvSpPr>
          <p:cNvPr id="10" name="feature-title-1">
            <a:extLst xmlns:a="http://schemas.openxmlformats.org/drawingml/2006/main">
              <a:ext uri="{FF2B5EF4-FFF2-40B4-BE49-F238E27FC236}">
                <a16:creationId xmlns:a16="http://schemas.microsoft.com/office/drawing/2014/main" id="{72A9FA19-278B-4995-B233-BCB9DED962FC}"/>
              </a:ext>
            </a:extLst>
          </p:cNvPr>
          <p:cNvSpPr>
            <a:spLocks xmlns:a="http://schemas.openxmlformats.org/drawingml/2006/main" noGrp="1"/>
          </p:cNvSpPr>
          <p:nvPr/>
        </p:nvSpPr>
        <p:spPr>
          <a:xfrm xmlns:a="http://schemas.openxmlformats.org/drawingml/2006/main">
            <a:off x="5772150" y="23622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FFFFFF"/>
                </a:solidFill>
                <a:latin typeface="Work Sans"/>
                <a:ea typeface="Work Sans"/>
                <a:cs typeface="Work Sans"/>
              </a:defRPr>
            </a:defPPr>
            <a:lvl1pPr>
              <a:defRPr sz="2175" b="1">
                <a:solidFill>
                  <a:srgbClr val="FFFFFF"/>
                </a:solidFill>
                <a:latin typeface="Work Sans"/>
                <a:ea typeface="Work Sans"/>
                <a:cs typeface="Work Sans"/>
              </a:defRPr>
            </a:lvl1pPr>
            <a:lvl2pPr>
              <a:defRPr sz="2175" b="1">
                <a:solidFill>
                  <a:srgbClr val="FFFFFF"/>
                </a:solidFill>
                <a:latin typeface="Work Sans"/>
                <a:ea typeface="Work Sans"/>
                <a:cs typeface="Work Sans"/>
              </a:defRPr>
            </a:lvl2pPr>
            <a:lvl3pPr>
              <a:defRPr sz="2175" b="1">
                <a:solidFill>
                  <a:srgbClr val="FFFFFF"/>
                </a:solidFill>
                <a:latin typeface="Work Sans"/>
                <a:ea typeface="Work Sans"/>
                <a:cs typeface="Work Sans"/>
              </a:defRPr>
            </a:lvl3pPr>
            <a:lvl4pPr>
              <a:defRPr sz="2175" b="1">
                <a:solidFill>
                  <a:srgbClr val="FFFFFF"/>
                </a:solidFill>
                <a:latin typeface="Work Sans"/>
                <a:ea typeface="Work Sans"/>
                <a:cs typeface="Work Sans"/>
              </a:defRPr>
            </a:lvl4pPr>
            <a:lvl5pPr>
              <a:defRPr sz="2175" b="1">
                <a:solidFill>
                  <a:srgbClr val="FFFFFF"/>
                </a:solidFill>
                <a:latin typeface="Work Sans"/>
                <a:ea typeface="Work Sans"/>
                <a:cs typeface="Work Sans"/>
              </a:defRPr>
            </a:lvl5pPr>
            <a:lvl6pPr>
              <a:defRPr sz="2175" b="1">
                <a:solidFill>
                  <a:srgbClr val="FFFFFF"/>
                </a:solidFill>
                <a:latin typeface="Work Sans"/>
                <a:ea typeface="Work Sans"/>
                <a:cs typeface="Work Sans"/>
              </a:defRPr>
            </a:lvl6pPr>
            <a:lvl7pPr>
              <a:defRPr sz="2175" b="1">
                <a:solidFill>
                  <a:srgbClr val="FFFFFF"/>
                </a:solidFill>
                <a:latin typeface="Work Sans"/>
                <a:ea typeface="Work Sans"/>
                <a:cs typeface="Work Sans"/>
              </a:defRPr>
            </a:lvl7pPr>
            <a:lvl8pPr>
              <a:defRPr sz="2175" b="1">
                <a:solidFill>
                  <a:srgbClr val="FFFFFF"/>
                </a:solidFill>
                <a:latin typeface="Work Sans"/>
                <a:ea typeface="Work Sans"/>
                <a:cs typeface="Work Sans"/>
              </a:defRPr>
            </a:lvl8pPr>
            <a:lvl9pPr>
              <a:defRPr sz="2175" b="1">
                <a:solidFill>
                  <a:srgbClr val="FFFFFF"/>
                </a:solidFill>
                <a:latin typeface="Work Sans"/>
                <a:ea typeface="Work Sans"/>
                <a:cs typeface="Work Sans"/>
              </a:defRPr>
            </a:lvl9pPr>
          </a:lstStyle>
          <a:p xmlns:a="http://schemas.openxmlformats.org/drawingml/2006/main">
            <a:pPr>
              <a:defRPr sz="2175" b="1">
                <a:solidFill>
                  <a:srgbClr val="FFFFFF"/>
                </a:solidFill>
                <a:latin typeface="Work Sans"/>
                <a:ea typeface="Work Sans"/>
                <a:cs typeface="Work Sans"/>
              </a:defRPr>
            </a:pPr>
            <a:r>
              <a:rPr sz="2175" b="1">
                <a:solidFill>
                  <a:srgbClr val="FFFFFF"/>
                </a:solidFill>
                <a:latin typeface="Work Sans"/>
                <a:ea typeface="Work Sans"/>
                <a:cs typeface="Work Sans"/>
              </a:rPr>
              <a:t>Build the backend</a:t>
            </a:r>
          </a:p>
        </p:txBody>
      </p:sp>
      <p:sp>
        <p:nvSpPr>
          <p:cNvPr id="11" name="feature-body-1">
            <a:extLst xmlns:a="http://schemas.openxmlformats.org/drawingml/2006/main">
              <a:ext uri="{FF2B5EF4-FFF2-40B4-BE49-F238E27FC236}">
                <a16:creationId xmlns:a16="http://schemas.microsoft.com/office/drawing/2014/main" id="{4A7C3A9A-54F9-47C3-8FA2-67923730ED1C}"/>
              </a:ext>
            </a:extLst>
          </p:cNvPr>
          <p:cNvSpPr>
            <a:spLocks xmlns:a="http://schemas.openxmlformats.org/drawingml/2006/main" noGrp="1"/>
          </p:cNvSpPr>
          <p:nvPr/>
        </p:nvSpPr>
        <p:spPr>
          <a:xfrm xmlns:a="http://schemas.openxmlformats.org/drawingml/2006/main">
            <a:off x="5772150" y="2790825"/>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979797"/>
                </a:solidFill>
                <a:latin typeface="Work Sans"/>
                <a:ea typeface="Work Sans"/>
                <a:cs typeface="Work Sans"/>
              </a:defRPr>
            </a:defPPr>
            <a:lvl1pPr>
              <a:defRPr sz="1650" b="0">
                <a:solidFill>
                  <a:srgbClr val="979797"/>
                </a:solidFill>
                <a:latin typeface="Work Sans"/>
                <a:ea typeface="Work Sans"/>
                <a:cs typeface="Work Sans"/>
              </a:defRPr>
            </a:lvl1pPr>
            <a:lvl2pPr>
              <a:defRPr sz="1650" b="0">
                <a:solidFill>
                  <a:srgbClr val="979797"/>
                </a:solidFill>
                <a:latin typeface="Work Sans"/>
                <a:ea typeface="Work Sans"/>
                <a:cs typeface="Work Sans"/>
              </a:defRPr>
            </a:lvl2pPr>
            <a:lvl3pPr>
              <a:defRPr sz="1650" b="0">
                <a:solidFill>
                  <a:srgbClr val="979797"/>
                </a:solidFill>
                <a:latin typeface="Work Sans"/>
                <a:ea typeface="Work Sans"/>
                <a:cs typeface="Work Sans"/>
              </a:defRPr>
            </a:lvl3pPr>
            <a:lvl4pPr>
              <a:defRPr sz="1650" b="0">
                <a:solidFill>
                  <a:srgbClr val="979797"/>
                </a:solidFill>
                <a:latin typeface="Work Sans"/>
                <a:ea typeface="Work Sans"/>
                <a:cs typeface="Work Sans"/>
              </a:defRPr>
            </a:lvl4pPr>
            <a:lvl5pPr>
              <a:defRPr sz="1650" b="0">
                <a:solidFill>
                  <a:srgbClr val="979797"/>
                </a:solidFill>
                <a:latin typeface="Work Sans"/>
                <a:ea typeface="Work Sans"/>
                <a:cs typeface="Work Sans"/>
              </a:defRPr>
            </a:lvl5pPr>
            <a:lvl6pPr>
              <a:defRPr sz="1650" b="0">
                <a:solidFill>
                  <a:srgbClr val="979797"/>
                </a:solidFill>
                <a:latin typeface="Work Sans"/>
                <a:ea typeface="Work Sans"/>
                <a:cs typeface="Work Sans"/>
              </a:defRPr>
            </a:lvl6pPr>
            <a:lvl7pPr>
              <a:defRPr sz="1650" b="0">
                <a:solidFill>
                  <a:srgbClr val="979797"/>
                </a:solidFill>
                <a:latin typeface="Work Sans"/>
                <a:ea typeface="Work Sans"/>
                <a:cs typeface="Work Sans"/>
              </a:defRPr>
            </a:lvl7pPr>
            <a:lvl8pPr>
              <a:defRPr sz="1650" b="0">
                <a:solidFill>
                  <a:srgbClr val="979797"/>
                </a:solidFill>
                <a:latin typeface="Work Sans"/>
                <a:ea typeface="Work Sans"/>
                <a:cs typeface="Work Sans"/>
              </a:defRPr>
            </a:lvl8pPr>
            <a:lvl9pPr>
              <a:defRPr sz="1650" b="0">
                <a:solidFill>
                  <a:srgbClr val="979797"/>
                </a:solidFill>
                <a:latin typeface="Work Sans"/>
                <a:ea typeface="Work Sans"/>
                <a:cs typeface="Work Sans"/>
              </a:defRPr>
            </a:lvl9pPr>
          </a:lstStyle>
          <a:p xmlns:a="http://schemas.openxmlformats.org/drawingml/2006/main">
            <a:pPr>
              <a:defRPr sz="1650" b="0">
                <a:solidFill>
                  <a:srgbClr val="979797"/>
                </a:solidFill>
                <a:latin typeface="Work Sans"/>
                <a:ea typeface="Work Sans"/>
                <a:cs typeface="Work Sans"/>
              </a:defRPr>
            </a:pPr>
            <a:r>
              <a:rPr sz="1650" b="0">
                <a:solidFill>
                  <a:srgbClr val="979797"/>
                </a:solidFill>
                <a:latin typeface="Work Sans"/>
                <a:ea typeface="Work Sans"/>
                <a:cs typeface="Work Sans"/>
              </a:rPr>
              <a:t>Resolve tools, compose task logic and expose callable APIs.</a:t>
            </a:r>
          </a:p>
        </p:txBody>
      </p:sp>
      <p:sp>
        <p:nvSpPr>
          <p:cNvPr id="12" name="feature-number-2">
            <a:extLst xmlns:a="http://schemas.openxmlformats.org/drawingml/2006/main">
              <a:ext uri="{FF2B5EF4-FFF2-40B4-BE49-F238E27FC236}">
                <a16:creationId xmlns:a16="http://schemas.microsoft.com/office/drawing/2014/main" id="{3B6A028C-FD4C-45BF-B261-CB17B744F993}"/>
              </a:ext>
            </a:extLst>
          </p:cNvPr>
          <p:cNvSpPr>
            <a:spLocks xmlns:a="http://schemas.openxmlformats.org/drawingml/2006/main" noGrp="1"/>
          </p:cNvSpPr>
          <p:nvPr/>
        </p:nvSpPr>
        <p:spPr>
          <a:xfrm xmlns:a="http://schemas.openxmlformats.org/drawingml/2006/main">
            <a:off x="4953000" y="3314700"/>
            <a:ext cx="62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25037"/>
                </a:solidFill>
                <a:latin typeface="Work Sans"/>
                <a:ea typeface="Work Sans"/>
                <a:cs typeface="Work Sans"/>
              </a:defRPr>
            </a:defPPr>
            <a:lvl1pPr>
              <a:defRPr sz="2250" b="0">
                <a:solidFill>
                  <a:srgbClr val="F25037"/>
                </a:solidFill>
                <a:latin typeface="Work Sans"/>
                <a:ea typeface="Work Sans"/>
                <a:cs typeface="Work Sans"/>
              </a:defRPr>
            </a:lvl1pPr>
            <a:lvl2pPr>
              <a:defRPr sz="2250" b="0">
                <a:solidFill>
                  <a:srgbClr val="F25037"/>
                </a:solidFill>
                <a:latin typeface="Work Sans"/>
                <a:ea typeface="Work Sans"/>
                <a:cs typeface="Work Sans"/>
              </a:defRPr>
            </a:lvl2pPr>
            <a:lvl3pPr>
              <a:defRPr sz="2250" b="0">
                <a:solidFill>
                  <a:srgbClr val="F25037"/>
                </a:solidFill>
                <a:latin typeface="Work Sans"/>
                <a:ea typeface="Work Sans"/>
                <a:cs typeface="Work Sans"/>
              </a:defRPr>
            </a:lvl3pPr>
            <a:lvl4pPr>
              <a:defRPr sz="2250" b="0">
                <a:solidFill>
                  <a:srgbClr val="F25037"/>
                </a:solidFill>
                <a:latin typeface="Work Sans"/>
                <a:ea typeface="Work Sans"/>
                <a:cs typeface="Work Sans"/>
              </a:defRPr>
            </a:lvl4pPr>
            <a:lvl5pPr>
              <a:defRPr sz="2250" b="0">
                <a:solidFill>
                  <a:srgbClr val="F25037"/>
                </a:solidFill>
                <a:latin typeface="Work Sans"/>
                <a:ea typeface="Work Sans"/>
                <a:cs typeface="Work Sans"/>
              </a:defRPr>
            </a:lvl5pPr>
            <a:lvl6pPr>
              <a:defRPr sz="2250" b="0">
                <a:solidFill>
                  <a:srgbClr val="F25037"/>
                </a:solidFill>
                <a:latin typeface="Work Sans"/>
                <a:ea typeface="Work Sans"/>
                <a:cs typeface="Work Sans"/>
              </a:defRPr>
            </a:lvl6pPr>
            <a:lvl7pPr>
              <a:defRPr sz="2250" b="0">
                <a:solidFill>
                  <a:srgbClr val="F25037"/>
                </a:solidFill>
                <a:latin typeface="Work Sans"/>
                <a:ea typeface="Work Sans"/>
                <a:cs typeface="Work Sans"/>
              </a:defRPr>
            </a:lvl7pPr>
            <a:lvl8pPr>
              <a:defRPr sz="2250" b="0">
                <a:solidFill>
                  <a:srgbClr val="F25037"/>
                </a:solidFill>
                <a:latin typeface="Work Sans"/>
                <a:ea typeface="Work Sans"/>
                <a:cs typeface="Work Sans"/>
              </a:defRPr>
            </a:lvl8pPr>
            <a:lvl9pPr>
              <a:defRPr sz="2250" b="0">
                <a:solidFill>
                  <a:srgbClr val="F25037"/>
                </a:solidFill>
                <a:latin typeface="Work Sans"/>
                <a:ea typeface="Work Sans"/>
                <a:cs typeface="Work Sans"/>
              </a:defRPr>
            </a:lvl9pPr>
          </a:lstStyle>
          <a:p xmlns:a="http://schemas.openxmlformats.org/drawingml/2006/main">
            <a:pPr>
              <a:defRPr sz="2250" b="0">
                <a:solidFill>
                  <a:srgbClr val="F25037"/>
                </a:solidFill>
                <a:latin typeface="Work Sans"/>
                <a:ea typeface="Work Sans"/>
                <a:cs typeface="Work Sans"/>
              </a:defRPr>
            </a:pPr>
            <a:r>
              <a:rPr sz="2250" b="0">
                <a:solidFill>
                  <a:srgbClr val="F25037"/>
                </a:solidFill>
                <a:latin typeface="Work Sans"/>
                <a:ea typeface="Work Sans"/>
                <a:cs typeface="Work Sans"/>
              </a:rPr>
              <a:t>03</a:t>
            </a:r>
          </a:p>
        </p:txBody>
      </p:sp>
      <p:sp>
        <p:nvSpPr>
          <p:cNvPr id="13" name="feature-title-2">
            <a:extLst xmlns:a="http://schemas.openxmlformats.org/drawingml/2006/main">
              <a:ext uri="{FF2B5EF4-FFF2-40B4-BE49-F238E27FC236}">
                <a16:creationId xmlns:a16="http://schemas.microsoft.com/office/drawing/2014/main" id="{895187B4-FBDD-44D3-A564-07BCC13C4284}"/>
              </a:ext>
            </a:extLst>
          </p:cNvPr>
          <p:cNvSpPr>
            <a:spLocks xmlns:a="http://schemas.openxmlformats.org/drawingml/2006/main" noGrp="1"/>
          </p:cNvSpPr>
          <p:nvPr/>
        </p:nvSpPr>
        <p:spPr>
          <a:xfrm xmlns:a="http://schemas.openxmlformats.org/drawingml/2006/main">
            <a:off x="5772150" y="330517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FFFFFF"/>
                </a:solidFill>
                <a:latin typeface="Work Sans"/>
                <a:ea typeface="Work Sans"/>
                <a:cs typeface="Work Sans"/>
              </a:defRPr>
            </a:defPPr>
            <a:lvl1pPr>
              <a:defRPr sz="2175" b="1">
                <a:solidFill>
                  <a:srgbClr val="FFFFFF"/>
                </a:solidFill>
                <a:latin typeface="Work Sans"/>
                <a:ea typeface="Work Sans"/>
                <a:cs typeface="Work Sans"/>
              </a:defRPr>
            </a:lvl1pPr>
            <a:lvl2pPr>
              <a:defRPr sz="2175" b="1">
                <a:solidFill>
                  <a:srgbClr val="FFFFFF"/>
                </a:solidFill>
                <a:latin typeface="Work Sans"/>
                <a:ea typeface="Work Sans"/>
                <a:cs typeface="Work Sans"/>
              </a:defRPr>
            </a:lvl2pPr>
            <a:lvl3pPr>
              <a:defRPr sz="2175" b="1">
                <a:solidFill>
                  <a:srgbClr val="FFFFFF"/>
                </a:solidFill>
                <a:latin typeface="Work Sans"/>
                <a:ea typeface="Work Sans"/>
                <a:cs typeface="Work Sans"/>
              </a:defRPr>
            </a:lvl3pPr>
            <a:lvl4pPr>
              <a:defRPr sz="2175" b="1">
                <a:solidFill>
                  <a:srgbClr val="FFFFFF"/>
                </a:solidFill>
                <a:latin typeface="Work Sans"/>
                <a:ea typeface="Work Sans"/>
                <a:cs typeface="Work Sans"/>
              </a:defRPr>
            </a:lvl4pPr>
            <a:lvl5pPr>
              <a:defRPr sz="2175" b="1">
                <a:solidFill>
                  <a:srgbClr val="FFFFFF"/>
                </a:solidFill>
                <a:latin typeface="Work Sans"/>
                <a:ea typeface="Work Sans"/>
                <a:cs typeface="Work Sans"/>
              </a:defRPr>
            </a:lvl5pPr>
            <a:lvl6pPr>
              <a:defRPr sz="2175" b="1">
                <a:solidFill>
                  <a:srgbClr val="FFFFFF"/>
                </a:solidFill>
                <a:latin typeface="Work Sans"/>
                <a:ea typeface="Work Sans"/>
                <a:cs typeface="Work Sans"/>
              </a:defRPr>
            </a:lvl6pPr>
            <a:lvl7pPr>
              <a:defRPr sz="2175" b="1">
                <a:solidFill>
                  <a:srgbClr val="FFFFFF"/>
                </a:solidFill>
                <a:latin typeface="Work Sans"/>
                <a:ea typeface="Work Sans"/>
                <a:cs typeface="Work Sans"/>
              </a:defRPr>
            </a:lvl7pPr>
            <a:lvl8pPr>
              <a:defRPr sz="2175" b="1">
                <a:solidFill>
                  <a:srgbClr val="FFFFFF"/>
                </a:solidFill>
                <a:latin typeface="Work Sans"/>
                <a:ea typeface="Work Sans"/>
                <a:cs typeface="Work Sans"/>
              </a:defRPr>
            </a:lvl8pPr>
            <a:lvl9pPr>
              <a:defRPr sz="2175" b="1">
                <a:solidFill>
                  <a:srgbClr val="FFFFFF"/>
                </a:solidFill>
                <a:latin typeface="Work Sans"/>
                <a:ea typeface="Work Sans"/>
                <a:cs typeface="Work Sans"/>
              </a:defRPr>
            </a:lvl9pPr>
          </a:lstStyle>
          <a:p xmlns:a="http://schemas.openxmlformats.org/drawingml/2006/main">
            <a:pPr>
              <a:defRPr sz="2175" b="1">
                <a:solidFill>
                  <a:srgbClr val="FFFFFF"/>
                </a:solidFill>
                <a:latin typeface="Work Sans"/>
                <a:ea typeface="Work Sans"/>
                <a:cs typeface="Work Sans"/>
              </a:defRPr>
            </a:pPr>
            <a:r>
              <a:rPr sz="2175" b="1">
                <a:solidFill>
                  <a:srgbClr val="FFFFFF"/>
                </a:solidFill>
                <a:latin typeface="Work Sans"/>
                <a:ea typeface="Work Sans"/>
                <a:cs typeface="Work Sans"/>
              </a:rPr>
              <a:t>Test</a:t>
            </a:r>
          </a:p>
        </p:txBody>
      </p:sp>
      <p:sp>
        <p:nvSpPr>
          <p:cNvPr id="14" name="feature-body-2">
            <a:extLst xmlns:a="http://schemas.openxmlformats.org/drawingml/2006/main">
              <a:ext uri="{FF2B5EF4-FFF2-40B4-BE49-F238E27FC236}">
                <a16:creationId xmlns:a16="http://schemas.microsoft.com/office/drawing/2014/main" id="{7E79248D-452F-4CA8-BB50-0373D2C3FE77}"/>
              </a:ext>
            </a:extLst>
          </p:cNvPr>
          <p:cNvSpPr>
            <a:spLocks xmlns:a="http://schemas.openxmlformats.org/drawingml/2006/main" noGrp="1"/>
          </p:cNvSpPr>
          <p:nvPr/>
        </p:nvSpPr>
        <p:spPr>
          <a:xfrm xmlns:a="http://schemas.openxmlformats.org/drawingml/2006/main">
            <a:off x="5772150" y="3733800"/>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979797"/>
                </a:solidFill>
                <a:latin typeface="Work Sans"/>
                <a:ea typeface="Work Sans"/>
                <a:cs typeface="Work Sans"/>
              </a:defRPr>
            </a:defPPr>
            <a:lvl1pPr>
              <a:defRPr sz="1650" b="0">
                <a:solidFill>
                  <a:srgbClr val="979797"/>
                </a:solidFill>
                <a:latin typeface="Work Sans"/>
                <a:ea typeface="Work Sans"/>
                <a:cs typeface="Work Sans"/>
              </a:defRPr>
            </a:lvl1pPr>
            <a:lvl2pPr>
              <a:defRPr sz="1650" b="0">
                <a:solidFill>
                  <a:srgbClr val="979797"/>
                </a:solidFill>
                <a:latin typeface="Work Sans"/>
                <a:ea typeface="Work Sans"/>
                <a:cs typeface="Work Sans"/>
              </a:defRPr>
            </a:lvl2pPr>
            <a:lvl3pPr>
              <a:defRPr sz="1650" b="0">
                <a:solidFill>
                  <a:srgbClr val="979797"/>
                </a:solidFill>
                <a:latin typeface="Work Sans"/>
                <a:ea typeface="Work Sans"/>
                <a:cs typeface="Work Sans"/>
              </a:defRPr>
            </a:lvl3pPr>
            <a:lvl4pPr>
              <a:defRPr sz="1650" b="0">
                <a:solidFill>
                  <a:srgbClr val="979797"/>
                </a:solidFill>
                <a:latin typeface="Work Sans"/>
                <a:ea typeface="Work Sans"/>
                <a:cs typeface="Work Sans"/>
              </a:defRPr>
            </a:lvl4pPr>
            <a:lvl5pPr>
              <a:defRPr sz="1650" b="0">
                <a:solidFill>
                  <a:srgbClr val="979797"/>
                </a:solidFill>
                <a:latin typeface="Work Sans"/>
                <a:ea typeface="Work Sans"/>
                <a:cs typeface="Work Sans"/>
              </a:defRPr>
            </a:lvl5pPr>
            <a:lvl6pPr>
              <a:defRPr sz="1650" b="0">
                <a:solidFill>
                  <a:srgbClr val="979797"/>
                </a:solidFill>
                <a:latin typeface="Work Sans"/>
                <a:ea typeface="Work Sans"/>
                <a:cs typeface="Work Sans"/>
              </a:defRPr>
            </a:lvl6pPr>
            <a:lvl7pPr>
              <a:defRPr sz="1650" b="0">
                <a:solidFill>
                  <a:srgbClr val="979797"/>
                </a:solidFill>
                <a:latin typeface="Work Sans"/>
                <a:ea typeface="Work Sans"/>
                <a:cs typeface="Work Sans"/>
              </a:defRPr>
            </a:lvl7pPr>
            <a:lvl8pPr>
              <a:defRPr sz="1650" b="0">
                <a:solidFill>
                  <a:srgbClr val="979797"/>
                </a:solidFill>
                <a:latin typeface="Work Sans"/>
                <a:ea typeface="Work Sans"/>
                <a:cs typeface="Work Sans"/>
              </a:defRPr>
            </a:lvl8pPr>
            <a:lvl9pPr>
              <a:defRPr sz="1650" b="0">
                <a:solidFill>
                  <a:srgbClr val="979797"/>
                </a:solidFill>
                <a:latin typeface="Work Sans"/>
                <a:ea typeface="Work Sans"/>
                <a:cs typeface="Work Sans"/>
              </a:defRPr>
            </a:lvl9pPr>
          </a:lstStyle>
          <a:p xmlns:a="http://schemas.openxmlformats.org/drawingml/2006/main">
            <a:pPr>
              <a:defRPr sz="1650" b="0">
                <a:solidFill>
                  <a:srgbClr val="979797"/>
                </a:solidFill>
                <a:latin typeface="Work Sans"/>
                <a:ea typeface="Work Sans"/>
                <a:cs typeface="Work Sans"/>
              </a:defRPr>
            </a:pPr>
            <a:r>
              <a:rPr sz="1650" b="0">
                <a:solidFill>
                  <a:srgbClr val="979797"/>
                </a:solidFill>
                <a:latin typeface="Work Sans"/>
                <a:ea typeface="Work Sans"/>
                <a:cs typeface="Work Sans"/>
              </a:rPr>
              <a:t>Live voice, interruptions, latency and tool-result checks.</a:t>
            </a:r>
          </a:p>
        </p:txBody>
      </p:sp>
      <p:sp>
        <p:nvSpPr>
          <p:cNvPr id="15" name="feature-number-3">
            <a:extLst xmlns:a="http://schemas.openxmlformats.org/drawingml/2006/main">
              <a:ext uri="{FF2B5EF4-FFF2-40B4-BE49-F238E27FC236}">
                <a16:creationId xmlns:a16="http://schemas.microsoft.com/office/drawing/2014/main" id="{C621A171-FADE-4422-A468-B8D486C41113}"/>
              </a:ext>
            </a:extLst>
          </p:cNvPr>
          <p:cNvSpPr>
            <a:spLocks xmlns:a="http://schemas.openxmlformats.org/drawingml/2006/main" noGrp="1"/>
          </p:cNvSpPr>
          <p:nvPr/>
        </p:nvSpPr>
        <p:spPr>
          <a:xfrm xmlns:a="http://schemas.openxmlformats.org/drawingml/2006/main">
            <a:off x="4953000" y="4257675"/>
            <a:ext cx="62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25037"/>
                </a:solidFill>
                <a:latin typeface="Work Sans"/>
                <a:ea typeface="Work Sans"/>
                <a:cs typeface="Work Sans"/>
              </a:defRPr>
            </a:defPPr>
            <a:lvl1pPr>
              <a:defRPr sz="2250" b="0">
                <a:solidFill>
                  <a:srgbClr val="F25037"/>
                </a:solidFill>
                <a:latin typeface="Work Sans"/>
                <a:ea typeface="Work Sans"/>
                <a:cs typeface="Work Sans"/>
              </a:defRPr>
            </a:lvl1pPr>
            <a:lvl2pPr>
              <a:defRPr sz="2250" b="0">
                <a:solidFill>
                  <a:srgbClr val="F25037"/>
                </a:solidFill>
                <a:latin typeface="Work Sans"/>
                <a:ea typeface="Work Sans"/>
                <a:cs typeface="Work Sans"/>
              </a:defRPr>
            </a:lvl2pPr>
            <a:lvl3pPr>
              <a:defRPr sz="2250" b="0">
                <a:solidFill>
                  <a:srgbClr val="F25037"/>
                </a:solidFill>
                <a:latin typeface="Work Sans"/>
                <a:ea typeface="Work Sans"/>
                <a:cs typeface="Work Sans"/>
              </a:defRPr>
            </a:lvl3pPr>
            <a:lvl4pPr>
              <a:defRPr sz="2250" b="0">
                <a:solidFill>
                  <a:srgbClr val="F25037"/>
                </a:solidFill>
                <a:latin typeface="Work Sans"/>
                <a:ea typeface="Work Sans"/>
                <a:cs typeface="Work Sans"/>
              </a:defRPr>
            </a:lvl4pPr>
            <a:lvl5pPr>
              <a:defRPr sz="2250" b="0">
                <a:solidFill>
                  <a:srgbClr val="F25037"/>
                </a:solidFill>
                <a:latin typeface="Work Sans"/>
                <a:ea typeface="Work Sans"/>
                <a:cs typeface="Work Sans"/>
              </a:defRPr>
            </a:lvl5pPr>
            <a:lvl6pPr>
              <a:defRPr sz="2250" b="0">
                <a:solidFill>
                  <a:srgbClr val="F25037"/>
                </a:solidFill>
                <a:latin typeface="Work Sans"/>
                <a:ea typeface="Work Sans"/>
                <a:cs typeface="Work Sans"/>
              </a:defRPr>
            </a:lvl6pPr>
            <a:lvl7pPr>
              <a:defRPr sz="2250" b="0">
                <a:solidFill>
                  <a:srgbClr val="F25037"/>
                </a:solidFill>
                <a:latin typeface="Work Sans"/>
                <a:ea typeface="Work Sans"/>
                <a:cs typeface="Work Sans"/>
              </a:defRPr>
            </a:lvl7pPr>
            <a:lvl8pPr>
              <a:defRPr sz="2250" b="0">
                <a:solidFill>
                  <a:srgbClr val="F25037"/>
                </a:solidFill>
                <a:latin typeface="Work Sans"/>
                <a:ea typeface="Work Sans"/>
                <a:cs typeface="Work Sans"/>
              </a:defRPr>
            </a:lvl8pPr>
            <a:lvl9pPr>
              <a:defRPr sz="2250" b="0">
                <a:solidFill>
                  <a:srgbClr val="F25037"/>
                </a:solidFill>
                <a:latin typeface="Work Sans"/>
                <a:ea typeface="Work Sans"/>
                <a:cs typeface="Work Sans"/>
              </a:defRPr>
            </a:lvl9pPr>
          </a:lstStyle>
          <a:p xmlns:a="http://schemas.openxmlformats.org/drawingml/2006/main">
            <a:pPr>
              <a:defRPr sz="2250" b="0">
                <a:solidFill>
                  <a:srgbClr val="F25037"/>
                </a:solidFill>
                <a:latin typeface="Work Sans"/>
                <a:ea typeface="Work Sans"/>
                <a:cs typeface="Work Sans"/>
              </a:defRPr>
            </a:pPr>
            <a:r>
              <a:rPr sz="2250" b="0">
                <a:solidFill>
                  <a:srgbClr val="F25037"/>
                </a:solidFill>
                <a:latin typeface="Work Sans"/>
                <a:ea typeface="Work Sans"/>
                <a:cs typeface="Work Sans"/>
              </a:rPr>
              <a:t>04</a:t>
            </a:r>
          </a:p>
        </p:txBody>
      </p:sp>
      <p:sp>
        <p:nvSpPr>
          <p:cNvPr id="16" name="feature-title-3">
            <a:extLst xmlns:a="http://schemas.openxmlformats.org/drawingml/2006/main">
              <a:ext uri="{FF2B5EF4-FFF2-40B4-BE49-F238E27FC236}">
                <a16:creationId xmlns:a16="http://schemas.microsoft.com/office/drawing/2014/main" id="{05231E89-C434-4F4E-870E-803FAB5D6789}"/>
              </a:ext>
            </a:extLst>
          </p:cNvPr>
          <p:cNvSpPr>
            <a:spLocks xmlns:a="http://schemas.openxmlformats.org/drawingml/2006/main" noGrp="1"/>
          </p:cNvSpPr>
          <p:nvPr/>
        </p:nvSpPr>
        <p:spPr>
          <a:xfrm xmlns:a="http://schemas.openxmlformats.org/drawingml/2006/main">
            <a:off x="5772150" y="424815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FFFFFF"/>
                </a:solidFill>
                <a:latin typeface="Work Sans"/>
                <a:ea typeface="Work Sans"/>
                <a:cs typeface="Work Sans"/>
              </a:defRPr>
            </a:defPPr>
            <a:lvl1pPr>
              <a:defRPr sz="2175" b="1">
                <a:solidFill>
                  <a:srgbClr val="FFFFFF"/>
                </a:solidFill>
                <a:latin typeface="Work Sans"/>
                <a:ea typeface="Work Sans"/>
                <a:cs typeface="Work Sans"/>
              </a:defRPr>
            </a:lvl1pPr>
            <a:lvl2pPr>
              <a:defRPr sz="2175" b="1">
                <a:solidFill>
                  <a:srgbClr val="FFFFFF"/>
                </a:solidFill>
                <a:latin typeface="Work Sans"/>
                <a:ea typeface="Work Sans"/>
                <a:cs typeface="Work Sans"/>
              </a:defRPr>
            </a:lvl2pPr>
            <a:lvl3pPr>
              <a:defRPr sz="2175" b="1">
                <a:solidFill>
                  <a:srgbClr val="FFFFFF"/>
                </a:solidFill>
                <a:latin typeface="Work Sans"/>
                <a:ea typeface="Work Sans"/>
                <a:cs typeface="Work Sans"/>
              </a:defRPr>
            </a:lvl3pPr>
            <a:lvl4pPr>
              <a:defRPr sz="2175" b="1">
                <a:solidFill>
                  <a:srgbClr val="FFFFFF"/>
                </a:solidFill>
                <a:latin typeface="Work Sans"/>
                <a:ea typeface="Work Sans"/>
                <a:cs typeface="Work Sans"/>
              </a:defRPr>
            </a:lvl4pPr>
            <a:lvl5pPr>
              <a:defRPr sz="2175" b="1">
                <a:solidFill>
                  <a:srgbClr val="FFFFFF"/>
                </a:solidFill>
                <a:latin typeface="Work Sans"/>
                <a:ea typeface="Work Sans"/>
                <a:cs typeface="Work Sans"/>
              </a:defRPr>
            </a:lvl5pPr>
            <a:lvl6pPr>
              <a:defRPr sz="2175" b="1">
                <a:solidFill>
                  <a:srgbClr val="FFFFFF"/>
                </a:solidFill>
                <a:latin typeface="Work Sans"/>
                <a:ea typeface="Work Sans"/>
                <a:cs typeface="Work Sans"/>
              </a:defRPr>
            </a:lvl6pPr>
            <a:lvl7pPr>
              <a:defRPr sz="2175" b="1">
                <a:solidFill>
                  <a:srgbClr val="FFFFFF"/>
                </a:solidFill>
                <a:latin typeface="Work Sans"/>
                <a:ea typeface="Work Sans"/>
                <a:cs typeface="Work Sans"/>
              </a:defRPr>
            </a:lvl7pPr>
            <a:lvl8pPr>
              <a:defRPr sz="2175" b="1">
                <a:solidFill>
                  <a:srgbClr val="FFFFFF"/>
                </a:solidFill>
                <a:latin typeface="Work Sans"/>
                <a:ea typeface="Work Sans"/>
                <a:cs typeface="Work Sans"/>
              </a:defRPr>
            </a:lvl8pPr>
            <a:lvl9pPr>
              <a:defRPr sz="2175" b="1">
                <a:solidFill>
                  <a:srgbClr val="FFFFFF"/>
                </a:solidFill>
                <a:latin typeface="Work Sans"/>
                <a:ea typeface="Work Sans"/>
                <a:cs typeface="Work Sans"/>
              </a:defRPr>
            </a:lvl9pPr>
          </a:lstStyle>
          <a:p xmlns:a="http://schemas.openxmlformats.org/drawingml/2006/main">
            <a:pPr>
              <a:defRPr sz="2175" b="1">
                <a:solidFill>
                  <a:srgbClr val="FFFFFF"/>
                </a:solidFill>
                <a:latin typeface="Work Sans"/>
                <a:ea typeface="Work Sans"/>
                <a:cs typeface="Work Sans"/>
              </a:defRPr>
            </a:pPr>
            <a:r>
              <a:rPr sz="2175" b="1">
                <a:solidFill>
                  <a:srgbClr val="FFFFFF"/>
                </a:solidFill>
                <a:latin typeface="Work Sans"/>
                <a:ea typeface="Work Sans"/>
                <a:cs typeface="Work Sans"/>
              </a:rPr>
              <a:t>Refine</a:t>
            </a:r>
          </a:p>
        </p:txBody>
      </p:sp>
      <p:sp>
        <p:nvSpPr>
          <p:cNvPr id="17" name="feature-body-3">
            <a:extLst xmlns:a="http://schemas.openxmlformats.org/drawingml/2006/main">
              <a:ext uri="{FF2B5EF4-FFF2-40B4-BE49-F238E27FC236}">
                <a16:creationId xmlns:a16="http://schemas.microsoft.com/office/drawing/2014/main" id="{8B8BE1ED-085A-45C1-8F3F-9B05282D6893}"/>
              </a:ext>
            </a:extLst>
          </p:cNvPr>
          <p:cNvSpPr>
            <a:spLocks xmlns:a="http://schemas.openxmlformats.org/drawingml/2006/main" noGrp="1"/>
          </p:cNvSpPr>
          <p:nvPr/>
        </p:nvSpPr>
        <p:spPr>
          <a:xfrm xmlns:a="http://schemas.openxmlformats.org/drawingml/2006/main">
            <a:off x="5772150" y="4676775"/>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979797"/>
                </a:solidFill>
                <a:latin typeface="Work Sans"/>
                <a:ea typeface="Work Sans"/>
                <a:cs typeface="Work Sans"/>
              </a:defRPr>
            </a:defPPr>
            <a:lvl1pPr>
              <a:defRPr sz="1650" b="0">
                <a:solidFill>
                  <a:srgbClr val="979797"/>
                </a:solidFill>
                <a:latin typeface="Work Sans"/>
                <a:ea typeface="Work Sans"/>
                <a:cs typeface="Work Sans"/>
              </a:defRPr>
            </a:lvl1pPr>
            <a:lvl2pPr>
              <a:defRPr sz="1650" b="0">
                <a:solidFill>
                  <a:srgbClr val="979797"/>
                </a:solidFill>
                <a:latin typeface="Work Sans"/>
                <a:ea typeface="Work Sans"/>
                <a:cs typeface="Work Sans"/>
              </a:defRPr>
            </a:lvl2pPr>
            <a:lvl3pPr>
              <a:defRPr sz="1650" b="0">
                <a:solidFill>
                  <a:srgbClr val="979797"/>
                </a:solidFill>
                <a:latin typeface="Work Sans"/>
                <a:ea typeface="Work Sans"/>
                <a:cs typeface="Work Sans"/>
              </a:defRPr>
            </a:lvl3pPr>
            <a:lvl4pPr>
              <a:defRPr sz="1650" b="0">
                <a:solidFill>
                  <a:srgbClr val="979797"/>
                </a:solidFill>
                <a:latin typeface="Work Sans"/>
                <a:ea typeface="Work Sans"/>
                <a:cs typeface="Work Sans"/>
              </a:defRPr>
            </a:lvl4pPr>
            <a:lvl5pPr>
              <a:defRPr sz="1650" b="0">
                <a:solidFill>
                  <a:srgbClr val="979797"/>
                </a:solidFill>
                <a:latin typeface="Work Sans"/>
                <a:ea typeface="Work Sans"/>
                <a:cs typeface="Work Sans"/>
              </a:defRPr>
            </a:lvl5pPr>
            <a:lvl6pPr>
              <a:defRPr sz="1650" b="0">
                <a:solidFill>
                  <a:srgbClr val="979797"/>
                </a:solidFill>
                <a:latin typeface="Work Sans"/>
                <a:ea typeface="Work Sans"/>
                <a:cs typeface="Work Sans"/>
              </a:defRPr>
            </a:lvl6pPr>
            <a:lvl7pPr>
              <a:defRPr sz="1650" b="0">
                <a:solidFill>
                  <a:srgbClr val="979797"/>
                </a:solidFill>
                <a:latin typeface="Work Sans"/>
                <a:ea typeface="Work Sans"/>
                <a:cs typeface="Work Sans"/>
              </a:defRPr>
            </a:lvl7pPr>
            <a:lvl8pPr>
              <a:defRPr sz="1650" b="0">
                <a:solidFill>
                  <a:srgbClr val="979797"/>
                </a:solidFill>
                <a:latin typeface="Work Sans"/>
                <a:ea typeface="Work Sans"/>
                <a:cs typeface="Work Sans"/>
              </a:defRPr>
            </a:lvl8pPr>
            <a:lvl9pPr>
              <a:defRPr sz="1650" b="0">
                <a:solidFill>
                  <a:srgbClr val="979797"/>
                </a:solidFill>
                <a:latin typeface="Work Sans"/>
                <a:ea typeface="Work Sans"/>
                <a:cs typeface="Work Sans"/>
              </a:defRPr>
            </a:lvl9pPr>
          </a:lstStyle>
          <a:p xmlns:a="http://schemas.openxmlformats.org/drawingml/2006/main">
            <a:pPr>
              <a:defRPr sz="1650" b="0">
                <a:solidFill>
                  <a:srgbClr val="979797"/>
                </a:solidFill>
                <a:latin typeface="Work Sans"/>
                <a:ea typeface="Work Sans"/>
                <a:cs typeface="Work Sans"/>
              </a:defRPr>
            </a:pPr>
            <a:r>
              <a:rPr sz="1650" b="0">
                <a:solidFill>
                  <a:srgbClr val="979797"/>
                </a:solidFill>
                <a:latin typeface="Work Sans"/>
                <a:ea typeface="Work Sans"/>
                <a:cs typeface="Work Sans"/>
              </a:rPr>
              <a:t>Edit through chat or forms and rebuild the affected logic.</a:t>
            </a:r>
          </a:p>
        </p:txBody>
      </p:sp>
      <p:sp>
        <p:nvSpPr>
          <p:cNvPr id="18" name="feature-number-4">
            <a:extLst xmlns:a="http://schemas.openxmlformats.org/drawingml/2006/main">
              <a:ext uri="{FF2B5EF4-FFF2-40B4-BE49-F238E27FC236}">
                <a16:creationId xmlns:a16="http://schemas.microsoft.com/office/drawing/2014/main" id="{30899B41-E20A-4F3F-88B7-5EFC6A9E8B7C}"/>
              </a:ext>
            </a:extLst>
          </p:cNvPr>
          <p:cNvSpPr>
            <a:spLocks xmlns:a="http://schemas.openxmlformats.org/drawingml/2006/main" noGrp="1"/>
          </p:cNvSpPr>
          <p:nvPr/>
        </p:nvSpPr>
        <p:spPr>
          <a:xfrm xmlns:a="http://schemas.openxmlformats.org/drawingml/2006/main">
            <a:off x="4953000" y="5200650"/>
            <a:ext cx="62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25037"/>
                </a:solidFill>
                <a:latin typeface="Work Sans"/>
                <a:ea typeface="Work Sans"/>
                <a:cs typeface="Work Sans"/>
              </a:defRPr>
            </a:defPPr>
            <a:lvl1pPr>
              <a:defRPr sz="2250" b="0">
                <a:solidFill>
                  <a:srgbClr val="F25037"/>
                </a:solidFill>
                <a:latin typeface="Work Sans"/>
                <a:ea typeface="Work Sans"/>
                <a:cs typeface="Work Sans"/>
              </a:defRPr>
            </a:lvl1pPr>
            <a:lvl2pPr>
              <a:defRPr sz="2250" b="0">
                <a:solidFill>
                  <a:srgbClr val="F25037"/>
                </a:solidFill>
                <a:latin typeface="Work Sans"/>
                <a:ea typeface="Work Sans"/>
                <a:cs typeface="Work Sans"/>
              </a:defRPr>
            </a:lvl2pPr>
            <a:lvl3pPr>
              <a:defRPr sz="2250" b="0">
                <a:solidFill>
                  <a:srgbClr val="F25037"/>
                </a:solidFill>
                <a:latin typeface="Work Sans"/>
                <a:ea typeface="Work Sans"/>
                <a:cs typeface="Work Sans"/>
              </a:defRPr>
            </a:lvl3pPr>
            <a:lvl4pPr>
              <a:defRPr sz="2250" b="0">
                <a:solidFill>
                  <a:srgbClr val="F25037"/>
                </a:solidFill>
                <a:latin typeface="Work Sans"/>
                <a:ea typeface="Work Sans"/>
                <a:cs typeface="Work Sans"/>
              </a:defRPr>
            </a:lvl4pPr>
            <a:lvl5pPr>
              <a:defRPr sz="2250" b="0">
                <a:solidFill>
                  <a:srgbClr val="F25037"/>
                </a:solidFill>
                <a:latin typeface="Work Sans"/>
                <a:ea typeface="Work Sans"/>
                <a:cs typeface="Work Sans"/>
              </a:defRPr>
            </a:lvl5pPr>
            <a:lvl6pPr>
              <a:defRPr sz="2250" b="0">
                <a:solidFill>
                  <a:srgbClr val="F25037"/>
                </a:solidFill>
                <a:latin typeface="Work Sans"/>
                <a:ea typeface="Work Sans"/>
                <a:cs typeface="Work Sans"/>
              </a:defRPr>
            </a:lvl6pPr>
            <a:lvl7pPr>
              <a:defRPr sz="2250" b="0">
                <a:solidFill>
                  <a:srgbClr val="F25037"/>
                </a:solidFill>
                <a:latin typeface="Work Sans"/>
                <a:ea typeface="Work Sans"/>
                <a:cs typeface="Work Sans"/>
              </a:defRPr>
            </a:lvl7pPr>
            <a:lvl8pPr>
              <a:defRPr sz="2250" b="0">
                <a:solidFill>
                  <a:srgbClr val="F25037"/>
                </a:solidFill>
                <a:latin typeface="Work Sans"/>
                <a:ea typeface="Work Sans"/>
                <a:cs typeface="Work Sans"/>
              </a:defRPr>
            </a:lvl8pPr>
            <a:lvl9pPr>
              <a:defRPr sz="2250" b="0">
                <a:solidFill>
                  <a:srgbClr val="F25037"/>
                </a:solidFill>
                <a:latin typeface="Work Sans"/>
                <a:ea typeface="Work Sans"/>
                <a:cs typeface="Work Sans"/>
              </a:defRPr>
            </a:lvl9pPr>
          </a:lstStyle>
          <a:p xmlns:a="http://schemas.openxmlformats.org/drawingml/2006/main">
            <a:pPr>
              <a:defRPr sz="2250" b="0">
                <a:solidFill>
                  <a:srgbClr val="F25037"/>
                </a:solidFill>
                <a:latin typeface="Work Sans"/>
                <a:ea typeface="Work Sans"/>
                <a:cs typeface="Work Sans"/>
              </a:defRPr>
            </a:pPr>
            <a:r>
              <a:rPr sz="2250" b="0">
                <a:solidFill>
                  <a:srgbClr val="F25037"/>
                </a:solidFill>
                <a:latin typeface="Work Sans"/>
                <a:ea typeface="Work Sans"/>
                <a:cs typeface="Work Sans"/>
              </a:rPr>
              <a:t>05</a:t>
            </a:r>
          </a:p>
        </p:txBody>
      </p:sp>
      <p:sp>
        <p:nvSpPr>
          <p:cNvPr id="19" name="feature-title-4">
            <a:extLst xmlns:a="http://schemas.openxmlformats.org/drawingml/2006/main">
              <a:ext uri="{FF2B5EF4-FFF2-40B4-BE49-F238E27FC236}">
                <a16:creationId xmlns:a16="http://schemas.microsoft.com/office/drawing/2014/main" id="{C86C8ECB-FE1C-4F91-99FB-42B28251B8CA}"/>
              </a:ext>
            </a:extLst>
          </p:cNvPr>
          <p:cNvSpPr>
            <a:spLocks xmlns:a="http://schemas.openxmlformats.org/drawingml/2006/main" noGrp="1"/>
          </p:cNvSpPr>
          <p:nvPr/>
        </p:nvSpPr>
        <p:spPr>
          <a:xfrm xmlns:a="http://schemas.openxmlformats.org/drawingml/2006/main">
            <a:off x="5772150" y="51911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FFFFFF"/>
                </a:solidFill>
                <a:latin typeface="Work Sans"/>
                <a:ea typeface="Work Sans"/>
                <a:cs typeface="Work Sans"/>
              </a:defRPr>
            </a:defPPr>
            <a:lvl1pPr>
              <a:defRPr sz="2175" b="1">
                <a:solidFill>
                  <a:srgbClr val="FFFFFF"/>
                </a:solidFill>
                <a:latin typeface="Work Sans"/>
                <a:ea typeface="Work Sans"/>
                <a:cs typeface="Work Sans"/>
              </a:defRPr>
            </a:lvl1pPr>
            <a:lvl2pPr>
              <a:defRPr sz="2175" b="1">
                <a:solidFill>
                  <a:srgbClr val="FFFFFF"/>
                </a:solidFill>
                <a:latin typeface="Work Sans"/>
                <a:ea typeface="Work Sans"/>
                <a:cs typeface="Work Sans"/>
              </a:defRPr>
            </a:lvl2pPr>
            <a:lvl3pPr>
              <a:defRPr sz="2175" b="1">
                <a:solidFill>
                  <a:srgbClr val="FFFFFF"/>
                </a:solidFill>
                <a:latin typeface="Work Sans"/>
                <a:ea typeface="Work Sans"/>
                <a:cs typeface="Work Sans"/>
              </a:defRPr>
            </a:lvl3pPr>
            <a:lvl4pPr>
              <a:defRPr sz="2175" b="1">
                <a:solidFill>
                  <a:srgbClr val="FFFFFF"/>
                </a:solidFill>
                <a:latin typeface="Work Sans"/>
                <a:ea typeface="Work Sans"/>
                <a:cs typeface="Work Sans"/>
              </a:defRPr>
            </a:lvl4pPr>
            <a:lvl5pPr>
              <a:defRPr sz="2175" b="1">
                <a:solidFill>
                  <a:srgbClr val="FFFFFF"/>
                </a:solidFill>
                <a:latin typeface="Work Sans"/>
                <a:ea typeface="Work Sans"/>
                <a:cs typeface="Work Sans"/>
              </a:defRPr>
            </a:lvl5pPr>
            <a:lvl6pPr>
              <a:defRPr sz="2175" b="1">
                <a:solidFill>
                  <a:srgbClr val="FFFFFF"/>
                </a:solidFill>
                <a:latin typeface="Work Sans"/>
                <a:ea typeface="Work Sans"/>
                <a:cs typeface="Work Sans"/>
              </a:defRPr>
            </a:lvl6pPr>
            <a:lvl7pPr>
              <a:defRPr sz="2175" b="1">
                <a:solidFill>
                  <a:srgbClr val="FFFFFF"/>
                </a:solidFill>
                <a:latin typeface="Work Sans"/>
                <a:ea typeface="Work Sans"/>
                <a:cs typeface="Work Sans"/>
              </a:defRPr>
            </a:lvl7pPr>
            <a:lvl8pPr>
              <a:defRPr sz="2175" b="1">
                <a:solidFill>
                  <a:srgbClr val="FFFFFF"/>
                </a:solidFill>
                <a:latin typeface="Work Sans"/>
                <a:ea typeface="Work Sans"/>
                <a:cs typeface="Work Sans"/>
              </a:defRPr>
            </a:lvl8pPr>
            <a:lvl9pPr>
              <a:defRPr sz="2175" b="1">
                <a:solidFill>
                  <a:srgbClr val="FFFFFF"/>
                </a:solidFill>
                <a:latin typeface="Work Sans"/>
                <a:ea typeface="Work Sans"/>
                <a:cs typeface="Work Sans"/>
              </a:defRPr>
            </a:lvl9pPr>
          </a:lstStyle>
          <a:p xmlns:a="http://schemas.openxmlformats.org/drawingml/2006/main">
            <a:pPr>
              <a:defRPr sz="2175" b="1">
                <a:solidFill>
                  <a:srgbClr val="FFFFFF"/>
                </a:solidFill>
                <a:latin typeface="Work Sans"/>
                <a:ea typeface="Work Sans"/>
                <a:cs typeface="Work Sans"/>
              </a:defRPr>
            </a:pPr>
            <a:r>
              <a:rPr sz="2175" b="1">
                <a:solidFill>
                  <a:srgbClr val="FFFFFF"/>
                </a:solidFill>
                <a:latin typeface="Work Sans"/>
                <a:ea typeface="Work Sans"/>
                <a:cs typeface="Work Sans"/>
              </a:rPr>
              <a:t>Deploy + observe</a:t>
            </a:r>
          </a:p>
        </p:txBody>
      </p:sp>
      <p:sp>
        <p:nvSpPr>
          <p:cNvPr id="20" name="feature-body-4">
            <a:extLst xmlns:a="http://schemas.openxmlformats.org/drawingml/2006/main">
              <a:ext uri="{FF2B5EF4-FFF2-40B4-BE49-F238E27FC236}">
                <a16:creationId xmlns:a16="http://schemas.microsoft.com/office/drawing/2014/main" id="{5ACE2BC6-5876-4580-A21A-B5E334EDF0C5}"/>
              </a:ext>
            </a:extLst>
          </p:cNvPr>
          <p:cNvSpPr>
            <a:spLocks xmlns:a="http://schemas.openxmlformats.org/drawingml/2006/main" noGrp="1"/>
          </p:cNvSpPr>
          <p:nvPr/>
        </p:nvSpPr>
        <p:spPr>
          <a:xfrm xmlns:a="http://schemas.openxmlformats.org/drawingml/2006/main">
            <a:off x="5772150" y="5619750"/>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979797"/>
                </a:solidFill>
                <a:latin typeface="Work Sans"/>
                <a:ea typeface="Work Sans"/>
                <a:cs typeface="Work Sans"/>
              </a:defRPr>
            </a:defPPr>
            <a:lvl1pPr>
              <a:defRPr sz="1650" b="0">
                <a:solidFill>
                  <a:srgbClr val="979797"/>
                </a:solidFill>
                <a:latin typeface="Work Sans"/>
                <a:ea typeface="Work Sans"/>
                <a:cs typeface="Work Sans"/>
              </a:defRPr>
            </a:lvl1pPr>
            <a:lvl2pPr>
              <a:defRPr sz="1650" b="0">
                <a:solidFill>
                  <a:srgbClr val="979797"/>
                </a:solidFill>
                <a:latin typeface="Work Sans"/>
                <a:ea typeface="Work Sans"/>
                <a:cs typeface="Work Sans"/>
              </a:defRPr>
            </a:lvl2pPr>
            <a:lvl3pPr>
              <a:defRPr sz="1650" b="0">
                <a:solidFill>
                  <a:srgbClr val="979797"/>
                </a:solidFill>
                <a:latin typeface="Work Sans"/>
                <a:ea typeface="Work Sans"/>
                <a:cs typeface="Work Sans"/>
              </a:defRPr>
            </a:lvl3pPr>
            <a:lvl4pPr>
              <a:defRPr sz="1650" b="0">
                <a:solidFill>
                  <a:srgbClr val="979797"/>
                </a:solidFill>
                <a:latin typeface="Work Sans"/>
                <a:ea typeface="Work Sans"/>
                <a:cs typeface="Work Sans"/>
              </a:defRPr>
            </a:lvl4pPr>
            <a:lvl5pPr>
              <a:defRPr sz="1650" b="0">
                <a:solidFill>
                  <a:srgbClr val="979797"/>
                </a:solidFill>
                <a:latin typeface="Work Sans"/>
                <a:ea typeface="Work Sans"/>
                <a:cs typeface="Work Sans"/>
              </a:defRPr>
            </a:lvl5pPr>
            <a:lvl6pPr>
              <a:defRPr sz="1650" b="0">
                <a:solidFill>
                  <a:srgbClr val="979797"/>
                </a:solidFill>
                <a:latin typeface="Work Sans"/>
                <a:ea typeface="Work Sans"/>
                <a:cs typeface="Work Sans"/>
              </a:defRPr>
            </a:lvl6pPr>
            <a:lvl7pPr>
              <a:defRPr sz="1650" b="0">
                <a:solidFill>
                  <a:srgbClr val="979797"/>
                </a:solidFill>
                <a:latin typeface="Work Sans"/>
                <a:ea typeface="Work Sans"/>
                <a:cs typeface="Work Sans"/>
              </a:defRPr>
            </a:lvl7pPr>
            <a:lvl8pPr>
              <a:defRPr sz="1650" b="0">
                <a:solidFill>
                  <a:srgbClr val="979797"/>
                </a:solidFill>
                <a:latin typeface="Work Sans"/>
                <a:ea typeface="Work Sans"/>
                <a:cs typeface="Work Sans"/>
              </a:defRPr>
            </a:lvl8pPr>
            <a:lvl9pPr>
              <a:defRPr sz="1650" b="0">
                <a:solidFill>
                  <a:srgbClr val="979797"/>
                </a:solidFill>
                <a:latin typeface="Work Sans"/>
                <a:ea typeface="Work Sans"/>
                <a:cs typeface="Work Sans"/>
              </a:defRPr>
            </a:lvl9pPr>
          </a:lstStyle>
          <a:p xmlns:a="http://schemas.openxmlformats.org/drawingml/2006/main">
            <a:pPr>
              <a:defRPr sz="1650" b="0">
                <a:solidFill>
                  <a:srgbClr val="979797"/>
                </a:solidFill>
                <a:latin typeface="Work Sans"/>
                <a:ea typeface="Work Sans"/>
                <a:cs typeface="Work Sans"/>
              </a:defRPr>
            </a:pPr>
            <a:r>
              <a:rPr sz="1650" b="0">
                <a:solidFill>
                  <a:srgbClr val="979797"/>
                </a:solidFill>
                <a:latin typeface="Work Sans"/>
                <a:ea typeface="Work Sans"/>
                <a:cs typeface="Work Sans"/>
              </a:rPr>
              <a:t>Web widget/link, phone demo, session logs and outcomes.</a:t>
            </a:r>
          </a:p>
        </p:txBody>
      </p:sp>
    </p:spTree>
    <p:extLst>
      <p:ext uri="{BB962C8B-B14F-4D97-AF65-F5344CB8AC3E}">
        <p14:creationId xmlns:p14="http://schemas.microsoft.com/office/powerpoint/2010/main" val="917513771"/>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ECB74B17-5235-4C38-A8A8-7B463134F021}"/>
              </a:ext>
            </a:extLst>
          </p:cNvPr>
          <p:cNvCxnSpPr>
            <a:stCxn xmlns:a="http://schemas.openxmlformats.org/drawingml/2006/main" id="20" idx="3"/>
            <a:endCxn xmlns:a="http://schemas.openxmlformats.org/drawingml/2006/main" id="23" idx="1"/>
          </p:cNvCxnSpPr>
          <p:nvPr/>
        </p:nvCxnSpPr>
        <p:spPr>
          <a:xfrm xmlns:a="http://schemas.openxmlformats.org/drawingml/2006/main">
            <a:off x="10191750" y="3190875"/>
            <a:ext cx="285750" cy="0"/>
          </a:xfrm>
          <a:prstGeom xmlns:a="http://schemas.openxmlformats.org/drawingml/2006/main" prst="straightConnector1">
            <a:avLst/>
          </a:prstGeom>
          <a:ln xmlns:a="http://schemas.openxmlformats.org/drawingml/2006/main" w="11430">
            <a:solidFill>
              <a:srgbClr val="AAA69D"/>
            </a:solidFill>
            <a:prstDash val="solid"/>
            <a:tailEnd type="arrow" w="sm" len="sm"/>
          </a:ln>
        </p:spPr>
      </p:cxnSp>
      <p:cxnSp>
        <p:nvCxnSpPr>
          <p:cNvPr id="3" name="">
            <a:extLst xmlns:a="http://schemas.openxmlformats.org/drawingml/2006/main">
              <a:ext uri="{FF2B5EF4-FFF2-40B4-BE49-F238E27FC236}">
                <a16:creationId xmlns:a16="http://schemas.microsoft.com/office/drawing/2014/main" id="{2DE459C1-92E4-4F68-BF52-2F6BA25CB46A}"/>
              </a:ext>
            </a:extLst>
          </p:cNvPr>
          <p:cNvCxnSpPr>
            <a:stCxn xmlns:a="http://schemas.openxmlformats.org/drawingml/2006/main" id="17" idx="3"/>
            <a:endCxn xmlns:a="http://schemas.openxmlformats.org/drawingml/2006/main" id="20" idx="1"/>
          </p:cNvCxnSpPr>
          <p:nvPr/>
        </p:nvCxnSpPr>
        <p:spPr>
          <a:xfrm xmlns:a="http://schemas.openxmlformats.org/drawingml/2006/main">
            <a:off x="8820150" y="3190875"/>
            <a:ext cx="285750" cy="0"/>
          </a:xfrm>
          <a:prstGeom xmlns:a="http://schemas.openxmlformats.org/drawingml/2006/main" prst="straightConnector1">
            <a:avLst/>
          </a:prstGeom>
          <a:ln xmlns:a="http://schemas.openxmlformats.org/drawingml/2006/main" w="11430">
            <a:solidFill>
              <a:srgbClr val="AAA69D"/>
            </a:solidFill>
            <a:prstDash val="solid"/>
            <a:tailEnd type="arrow" w="sm" len="sm"/>
          </a:ln>
        </p:spPr>
      </p:cxnSp>
      <p:cxnSp>
        <p:nvCxnSpPr>
          <p:cNvPr id="4" name="">
            <a:extLst xmlns:a="http://schemas.openxmlformats.org/drawingml/2006/main">
              <a:ext uri="{FF2B5EF4-FFF2-40B4-BE49-F238E27FC236}">
                <a16:creationId xmlns:a16="http://schemas.microsoft.com/office/drawing/2014/main" id="{888E0384-1067-4910-A21F-885834953BEC}"/>
              </a:ext>
            </a:extLst>
          </p:cNvPr>
          <p:cNvCxnSpPr>
            <a:stCxn xmlns:a="http://schemas.openxmlformats.org/drawingml/2006/main" id="14" idx="3"/>
            <a:endCxn xmlns:a="http://schemas.openxmlformats.org/drawingml/2006/main" id="17" idx="1"/>
          </p:cNvCxnSpPr>
          <p:nvPr/>
        </p:nvCxnSpPr>
        <p:spPr>
          <a:xfrm xmlns:a="http://schemas.openxmlformats.org/drawingml/2006/main">
            <a:off x="7448550" y="3190875"/>
            <a:ext cx="285750" cy="0"/>
          </a:xfrm>
          <a:prstGeom xmlns:a="http://schemas.openxmlformats.org/drawingml/2006/main" prst="straightConnector1">
            <a:avLst/>
          </a:prstGeom>
          <a:ln xmlns:a="http://schemas.openxmlformats.org/drawingml/2006/main" w="11430">
            <a:solidFill>
              <a:srgbClr val="AAA69D"/>
            </a:solidFill>
            <a:prstDash val="solid"/>
            <a:tailEnd type="arrow" w="sm" len="sm"/>
          </a:ln>
        </p:spPr>
      </p:cxnSp>
      <p:sp>
        <p:nvSpPr>
          <p:cNvPr id="5" name="section">
            <a:extLst xmlns:a="http://schemas.openxmlformats.org/drawingml/2006/main">
              <a:ext uri="{FF2B5EF4-FFF2-40B4-BE49-F238E27FC236}">
                <a16:creationId xmlns:a16="http://schemas.microsoft.com/office/drawing/2014/main" id="{27EC04EE-B828-4E42-906C-6E6C811AFCD0}"/>
              </a:ext>
            </a:extLst>
          </p:cNvPr>
          <p:cNvSpPr>
            <a:spLocks xmlns:a="http://schemas.openxmlformats.org/drawingml/2006/main" noGrp="1"/>
          </p:cNvSpPr>
          <p:nvPr/>
        </p:nvSpPr>
        <p:spPr>
          <a:xfrm xmlns:a="http://schemas.openxmlformats.org/drawingml/2006/main">
            <a:off x="609600" y="40005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1">
                <a:solidFill>
                  <a:srgbClr val="111111"/>
                </a:solidFill>
                <a:latin typeface="Work Sans"/>
                <a:ea typeface="Work Sans"/>
                <a:cs typeface="Work Sans"/>
              </a:defRPr>
            </a:defPPr>
            <a:lvl1pPr>
              <a:defRPr sz="1350" b="1">
                <a:solidFill>
                  <a:srgbClr val="111111"/>
                </a:solidFill>
                <a:latin typeface="Work Sans"/>
                <a:ea typeface="Work Sans"/>
                <a:cs typeface="Work Sans"/>
              </a:defRPr>
            </a:lvl1pPr>
            <a:lvl2pPr>
              <a:defRPr sz="1350" b="1">
                <a:solidFill>
                  <a:srgbClr val="111111"/>
                </a:solidFill>
                <a:latin typeface="Work Sans"/>
                <a:ea typeface="Work Sans"/>
                <a:cs typeface="Work Sans"/>
              </a:defRPr>
            </a:lvl2pPr>
            <a:lvl3pPr>
              <a:defRPr sz="1350" b="1">
                <a:solidFill>
                  <a:srgbClr val="111111"/>
                </a:solidFill>
                <a:latin typeface="Work Sans"/>
                <a:ea typeface="Work Sans"/>
                <a:cs typeface="Work Sans"/>
              </a:defRPr>
            </a:lvl3pPr>
            <a:lvl4pPr>
              <a:defRPr sz="1350" b="1">
                <a:solidFill>
                  <a:srgbClr val="111111"/>
                </a:solidFill>
                <a:latin typeface="Work Sans"/>
                <a:ea typeface="Work Sans"/>
                <a:cs typeface="Work Sans"/>
              </a:defRPr>
            </a:lvl4pPr>
            <a:lvl5pPr>
              <a:defRPr sz="1350" b="1">
                <a:solidFill>
                  <a:srgbClr val="111111"/>
                </a:solidFill>
                <a:latin typeface="Work Sans"/>
                <a:ea typeface="Work Sans"/>
                <a:cs typeface="Work Sans"/>
              </a:defRPr>
            </a:lvl5pPr>
            <a:lvl6pPr>
              <a:defRPr sz="1350" b="1">
                <a:solidFill>
                  <a:srgbClr val="111111"/>
                </a:solidFill>
                <a:latin typeface="Work Sans"/>
                <a:ea typeface="Work Sans"/>
                <a:cs typeface="Work Sans"/>
              </a:defRPr>
            </a:lvl6pPr>
            <a:lvl7pPr>
              <a:defRPr sz="1350" b="1">
                <a:solidFill>
                  <a:srgbClr val="111111"/>
                </a:solidFill>
                <a:latin typeface="Work Sans"/>
                <a:ea typeface="Work Sans"/>
                <a:cs typeface="Work Sans"/>
              </a:defRPr>
            </a:lvl7pPr>
            <a:lvl8pPr>
              <a:defRPr sz="1350" b="1">
                <a:solidFill>
                  <a:srgbClr val="111111"/>
                </a:solidFill>
                <a:latin typeface="Work Sans"/>
                <a:ea typeface="Work Sans"/>
                <a:cs typeface="Work Sans"/>
              </a:defRPr>
            </a:lvl8pPr>
            <a:lvl9pPr>
              <a:defRPr sz="1350" b="1">
                <a:solidFill>
                  <a:srgbClr val="111111"/>
                </a:solidFill>
                <a:latin typeface="Work Sans"/>
                <a:ea typeface="Work Sans"/>
                <a:cs typeface="Work Sans"/>
              </a:defRPr>
            </a:lvl9pPr>
          </a:lstStyle>
          <a:p xmlns:a="http://schemas.openxmlformats.org/drawingml/2006/main">
            <a:pPr>
              <a:defRPr sz="1350" b="1">
                <a:solidFill>
                  <a:srgbClr val="111111"/>
                </a:solidFill>
                <a:latin typeface="Work Sans"/>
                <a:ea typeface="Work Sans"/>
                <a:cs typeface="Work Sans"/>
              </a:defRPr>
            </a:pPr>
            <a:r>
              <a:rPr sz="1350" b="1">
                <a:solidFill>
                  <a:srgbClr val="111111"/>
                </a:solidFill>
                <a:latin typeface="Work Sans"/>
                <a:ea typeface="Work Sans"/>
                <a:cs typeface="Work Sans"/>
              </a:rPr>
              <a:t>IMPACT + FEASIBILITY</a:t>
            </a:r>
          </a:p>
        </p:txBody>
      </p:sp>
      <p:sp>
        <p:nvSpPr>
          <p:cNvPr id="6" name="slide-number">
            <a:extLst xmlns:a="http://schemas.openxmlformats.org/drawingml/2006/main">
              <a:ext uri="{FF2B5EF4-FFF2-40B4-BE49-F238E27FC236}">
                <a16:creationId xmlns:a16="http://schemas.microsoft.com/office/drawing/2014/main" id="{B64ADBDE-3461-446E-9229-95DEE1D21324}"/>
              </a:ext>
            </a:extLst>
          </p:cNvPr>
          <p:cNvSpPr>
            <a:spLocks xmlns:a="http://schemas.openxmlformats.org/drawingml/2006/main" noGrp="1"/>
          </p:cNvSpPr>
          <p:nvPr/>
        </p:nvSpPr>
        <p:spPr>
          <a:xfrm xmlns:a="http://schemas.openxmlformats.org/drawingml/2006/main">
            <a:off x="11182350" y="63341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0">
                <a:solidFill>
                  <a:srgbClr val="646464"/>
                </a:solidFill>
                <a:latin typeface="Work Sans"/>
                <a:ea typeface="Work Sans"/>
                <a:cs typeface="Work Sans"/>
              </a:defRPr>
            </a:defPPr>
            <a:lvl1pPr>
              <a:defRPr sz="1275" b="0">
                <a:solidFill>
                  <a:srgbClr val="646464"/>
                </a:solidFill>
                <a:latin typeface="Work Sans"/>
                <a:ea typeface="Work Sans"/>
                <a:cs typeface="Work Sans"/>
              </a:defRPr>
            </a:lvl1pPr>
            <a:lvl2pPr>
              <a:defRPr sz="1275" b="0">
                <a:solidFill>
                  <a:srgbClr val="646464"/>
                </a:solidFill>
                <a:latin typeface="Work Sans"/>
                <a:ea typeface="Work Sans"/>
                <a:cs typeface="Work Sans"/>
              </a:defRPr>
            </a:lvl2pPr>
            <a:lvl3pPr>
              <a:defRPr sz="1275" b="0">
                <a:solidFill>
                  <a:srgbClr val="646464"/>
                </a:solidFill>
                <a:latin typeface="Work Sans"/>
                <a:ea typeface="Work Sans"/>
                <a:cs typeface="Work Sans"/>
              </a:defRPr>
            </a:lvl3pPr>
            <a:lvl4pPr>
              <a:defRPr sz="1275" b="0">
                <a:solidFill>
                  <a:srgbClr val="646464"/>
                </a:solidFill>
                <a:latin typeface="Work Sans"/>
                <a:ea typeface="Work Sans"/>
                <a:cs typeface="Work Sans"/>
              </a:defRPr>
            </a:lvl4pPr>
            <a:lvl5pPr>
              <a:defRPr sz="1275" b="0">
                <a:solidFill>
                  <a:srgbClr val="646464"/>
                </a:solidFill>
                <a:latin typeface="Work Sans"/>
                <a:ea typeface="Work Sans"/>
                <a:cs typeface="Work Sans"/>
              </a:defRPr>
            </a:lvl5pPr>
            <a:lvl6pPr>
              <a:defRPr sz="1275" b="0">
                <a:solidFill>
                  <a:srgbClr val="646464"/>
                </a:solidFill>
                <a:latin typeface="Work Sans"/>
                <a:ea typeface="Work Sans"/>
                <a:cs typeface="Work Sans"/>
              </a:defRPr>
            </a:lvl6pPr>
            <a:lvl7pPr>
              <a:defRPr sz="1275" b="0">
                <a:solidFill>
                  <a:srgbClr val="646464"/>
                </a:solidFill>
                <a:latin typeface="Work Sans"/>
                <a:ea typeface="Work Sans"/>
                <a:cs typeface="Work Sans"/>
              </a:defRPr>
            </a:lvl7pPr>
            <a:lvl8pPr>
              <a:defRPr sz="1275" b="0">
                <a:solidFill>
                  <a:srgbClr val="646464"/>
                </a:solidFill>
                <a:latin typeface="Work Sans"/>
                <a:ea typeface="Work Sans"/>
                <a:cs typeface="Work Sans"/>
              </a:defRPr>
            </a:lvl8pPr>
            <a:lvl9pPr>
              <a:defRPr sz="1275" b="0">
                <a:solidFill>
                  <a:srgbClr val="646464"/>
                </a:solidFill>
                <a:latin typeface="Work Sans"/>
                <a:ea typeface="Work Sans"/>
                <a:cs typeface="Work Sans"/>
              </a:defRPr>
            </a:lvl9pPr>
          </a:lstStyle>
          <a:p xmlns:a="http://schemas.openxmlformats.org/drawingml/2006/main">
            <a:pPr>
              <a:defRPr sz="1275" b="0">
                <a:solidFill>
                  <a:srgbClr val="646464"/>
                </a:solidFill>
                <a:latin typeface="Work Sans"/>
                <a:ea typeface="Work Sans"/>
                <a:cs typeface="Work Sans"/>
              </a:defRPr>
            </a:pPr>
            <a:r>
              <a:rPr sz="1275" b="0">
                <a:solidFill>
                  <a:srgbClr val="646464"/>
                </a:solidFill>
                <a:latin typeface="Work Sans"/>
                <a:ea typeface="Work Sans"/>
                <a:cs typeface="Work Sans"/>
              </a:rPr>
              <a:t>06</a:t>
            </a:r>
          </a:p>
        </p:txBody>
      </p:sp>
      <p:sp>
        <p:nvSpPr>
          <p:cNvPr id="7" name="headline">
            <a:extLst xmlns:a="http://schemas.openxmlformats.org/drawingml/2006/main">
              <a:ext uri="{FF2B5EF4-FFF2-40B4-BE49-F238E27FC236}">
                <a16:creationId xmlns:a16="http://schemas.microsoft.com/office/drawing/2014/main" id="{BFE9E468-94A0-4BE5-9DD9-ABCF31D96982}"/>
              </a:ext>
            </a:extLst>
          </p:cNvPr>
          <p:cNvSpPr>
            <a:spLocks xmlns:a="http://schemas.openxmlformats.org/drawingml/2006/main" noGrp="1"/>
          </p:cNvSpPr>
          <p:nvPr/>
        </p:nvSpPr>
        <p:spPr>
          <a:xfrm xmlns:a="http://schemas.openxmlformats.org/drawingml/2006/main">
            <a:off x="609600" y="990600"/>
            <a:ext cx="109728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975" b="1">
                <a:solidFill>
                  <a:srgbClr val="111111"/>
                </a:solidFill>
              </a:defRPr>
            </a:defPPr>
            <a:lvl1pPr>
              <a:defRPr sz="3975" b="1">
                <a:solidFill>
                  <a:srgbClr val="111111"/>
                </a:solidFill>
              </a:defRPr>
            </a:lvl1pPr>
            <a:lvl2pPr>
              <a:defRPr sz="3975" b="1">
                <a:solidFill>
                  <a:srgbClr val="111111"/>
                </a:solidFill>
              </a:defRPr>
            </a:lvl2pPr>
            <a:lvl3pPr>
              <a:defRPr sz="3975" b="1">
                <a:solidFill>
                  <a:srgbClr val="111111"/>
                </a:solidFill>
              </a:defRPr>
            </a:lvl3pPr>
            <a:lvl4pPr>
              <a:defRPr sz="3975" b="1">
                <a:solidFill>
                  <a:srgbClr val="111111"/>
                </a:solidFill>
              </a:defRPr>
            </a:lvl4pPr>
            <a:lvl5pPr>
              <a:defRPr sz="3975" b="1">
                <a:solidFill>
                  <a:srgbClr val="111111"/>
                </a:solidFill>
              </a:defRPr>
            </a:lvl5pPr>
            <a:lvl6pPr>
              <a:defRPr sz="3975" b="1">
                <a:solidFill>
                  <a:srgbClr val="111111"/>
                </a:solidFill>
              </a:defRPr>
            </a:lvl6pPr>
            <a:lvl7pPr>
              <a:defRPr sz="3975" b="1">
                <a:solidFill>
                  <a:srgbClr val="111111"/>
                </a:solidFill>
              </a:defRPr>
            </a:lvl7pPr>
            <a:lvl8pPr>
              <a:defRPr sz="3975" b="1">
                <a:solidFill>
                  <a:srgbClr val="111111"/>
                </a:solidFill>
              </a:defRPr>
            </a:lvl8pPr>
            <a:lvl9pPr>
              <a:defRPr sz="3975" b="1">
                <a:solidFill>
                  <a:srgbClr val="111111"/>
                </a:solidFill>
              </a:defRPr>
            </a:lvl9pPr>
          </a:lstStyle>
          <a:p xmlns:a="http://schemas.openxmlformats.org/drawingml/2006/main">
            <a:pPr>
              <a:defRPr sz="3975" b="1">
                <a:solidFill>
                  <a:srgbClr val="111111"/>
                </a:solidFill>
              </a:defRPr>
            </a:pPr>
            <a:r>
              <a:rPr sz="3975" b="1">
                <a:solidFill>
                  <a:srgbClr val="111111"/>
                </a:solidFill>
              </a:rPr>
              <a:t>Reliable execution.</a:t>
            </a:r>
          </a:p>
          <a:p xmlns:a="http://schemas.openxmlformats.org/drawingml/2006/main">
            <a:pPr>
              <a:defRPr sz="3975" b="1">
                <a:solidFill>
                  <a:srgbClr val="111111"/>
                </a:solidFill>
              </a:defRPr>
            </a:pPr>
            <a:r>
              <a:rPr sz="3975" b="1">
                <a:solidFill>
                  <a:srgbClr val="111111"/>
                </a:solidFill>
              </a:rPr>
              <a:t>Lower costs for repeatable work</a:t>
            </a:r>
          </a:p>
        </p:txBody>
      </p:sp>
      <p:sp>
        <p:nvSpPr>
          <p:cNvPr id="8" name="cost-label">
            <a:extLst xmlns:a="http://schemas.openxmlformats.org/drawingml/2006/main">
              <a:ext uri="{FF2B5EF4-FFF2-40B4-BE49-F238E27FC236}">
                <a16:creationId xmlns:a16="http://schemas.microsoft.com/office/drawing/2014/main" id="{0D67E613-4CDF-41F8-84B5-7B4C8E997994}"/>
              </a:ext>
            </a:extLst>
          </p:cNvPr>
          <p:cNvSpPr>
            <a:spLocks xmlns:a="http://schemas.openxmlformats.org/drawingml/2006/main" noGrp="1"/>
          </p:cNvSpPr>
          <p:nvPr/>
        </p:nvSpPr>
        <p:spPr>
          <a:xfrm xmlns:a="http://schemas.openxmlformats.org/drawingml/2006/main">
            <a:off x="609600" y="24955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F25037"/>
                </a:solidFill>
              </a:defRPr>
            </a:defPPr>
            <a:lvl1pPr>
              <a:defRPr sz="1275" b="1">
                <a:solidFill>
                  <a:srgbClr val="F25037"/>
                </a:solidFill>
              </a:defRPr>
            </a:lvl1pPr>
            <a:lvl2pPr>
              <a:defRPr sz="1275" b="1">
                <a:solidFill>
                  <a:srgbClr val="F25037"/>
                </a:solidFill>
              </a:defRPr>
            </a:lvl2pPr>
            <a:lvl3pPr>
              <a:defRPr sz="1275" b="1">
                <a:solidFill>
                  <a:srgbClr val="F25037"/>
                </a:solidFill>
              </a:defRPr>
            </a:lvl3pPr>
            <a:lvl4pPr>
              <a:defRPr sz="1275" b="1">
                <a:solidFill>
                  <a:srgbClr val="F25037"/>
                </a:solidFill>
              </a:defRPr>
            </a:lvl4pPr>
            <a:lvl5pPr>
              <a:defRPr sz="1275" b="1">
                <a:solidFill>
                  <a:srgbClr val="F25037"/>
                </a:solidFill>
              </a:defRPr>
            </a:lvl5pPr>
            <a:lvl6pPr>
              <a:defRPr sz="1275" b="1">
                <a:solidFill>
                  <a:srgbClr val="F25037"/>
                </a:solidFill>
              </a:defRPr>
            </a:lvl6pPr>
            <a:lvl7pPr>
              <a:defRPr sz="1275" b="1">
                <a:solidFill>
                  <a:srgbClr val="F25037"/>
                </a:solidFill>
              </a:defRPr>
            </a:lvl7pPr>
            <a:lvl8pPr>
              <a:defRPr sz="1275" b="1">
                <a:solidFill>
                  <a:srgbClr val="F25037"/>
                </a:solidFill>
              </a:defRPr>
            </a:lvl8pPr>
            <a:lvl9pPr>
              <a:defRPr sz="1275" b="1">
                <a:solidFill>
                  <a:srgbClr val="F25037"/>
                </a:solidFill>
              </a:defRPr>
            </a:lvl9pPr>
          </a:lstStyle>
          <a:p xmlns:a="http://schemas.openxmlformats.org/drawingml/2006/main">
            <a:pPr>
              <a:defRPr sz="1275" b="1">
                <a:solidFill>
                  <a:srgbClr val="F25037"/>
                </a:solidFill>
              </a:defRPr>
            </a:pPr>
            <a:r>
              <a:rPr sz="1275" b="1">
                <a:solidFill>
                  <a:srgbClr val="F25037"/>
                </a:solidFill>
              </a:rPr>
              <a:t>ILLUSTRATIVE SAVINGS</a:t>
            </a:r>
          </a:p>
        </p:txBody>
      </p:sp>
      <p:sp>
        <p:nvSpPr>
          <p:cNvPr id="9" name="savings">
            <a:extLst xmlns:a="http://schemas.openxmlformats.org/drawingml/2006/main">
              <a:ext uri="{FF2B5EF4-FFF2-40B4-BE49-F238E27FC236}">
                <a16:creationId xmlns:a16="http://schemas.microsoft.com/office/drawing/2014/main" id="{968E8DC5-10B2-46E0-85BA-3B6324689EC9}"/>
              </a:ext>
            </a:extLst>
          </p:cNvPr>
          <p:cNvSpPr>
            <a:spLocks xmlns:a="http://schemas.openxmlformats.org/drawingml/2006/main" noGrp="1"/>
          </p:cNvSpPr>
          <p:nvPr/>
        </p:nvSpPr>
        <p:spPr>
          <a:xfrm xmlns:a="http://schemas.openxmlformats.org/drawingml/2006/main">
            <a:off x="609600" y="2752725"/>
            <a:ext cx="2381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650" b="1">
                <a:solidFill>
                  <a:srgbClr val="F25037"/>
                </a:solidFill>
              </a:defRPr>
            </a:defPPr>
            <a:lvl1pPr>
              <a:defRPr sz="7650" b="1">
                <a:solidFill>
                  <a:srgbClr val="F25037"/>
                </a:solidFill>
              </a:defRPr>
            </a:lvl1pPr>
            <a:lvl2pPr>
              <a:defRPr sz="7650" b="1">
                <a:solidFill>
                  <a:srgbClr val="F25037"/>
                </a:solidFill>
              </a:defRPr>
            </a:lvl2pPr>
            <a:lvl3pPr>
              <a:defRPr sz="7650" b="1">
                <a:solidFill>
                  <a:srgbClr val="F25037"/>
                </a:solidFill>
              </a:defRPr>
            </a:lvl3pPr>
            <a:lvl4pPr>
              <a:defRPr sz="7650" b="1">
                <a:solidFill>
                  <a:srgbClr val="F25037"/>
                </a:solidFill>
              </a:defRPr>
            </a:lvl4pPr>
            <a:lvl5pPr>
              <a:defRPr sz="7650" b="1">
                <a:solidFill>
                  <a:srgbClr val="F25037"/>
                </a:solidFill>
              </a:defRPr>
            </a:lvl5pPr>
            <a:lvl6pPr>
              <a:defRPr sz="7650" b="1">
                <a:solidFill>
                  <a:srgbClr val="F25037"/>
                </a:solidFill>
              </a:defRPr>
            </a:lvl6pPr>
            <a:lvl7pPr>
              <a:defRPr sz="7650" b="1">
                <a:solidFill>
                  <a:srgbClr val="F25037"/>
                </a:solidFill>
              </a:defRPr>
            </a:lvl7pPr>
            <a:lvl8pPr>
              <a:defRPr sz="7650" b="1">
                <a:solidFill>
                  <a:srgbClr val="F25037"/>
                </a:solidFill>
              </a:defRPr>
            </a:lvl8pPr>
            <a:lvl9pPr>
              <a:defRPr sz="7650" b="1">
                <a:solidFill>
                  <a:srgbClr val="F25037"/>
                </a:solidFill>
              </a:defRPr>
            </a:lvl9pPr>
          </a:lstStyle>
          <a:p xmlns:a="http://schemas.openxmlformats.org/drawingml/2006/main">
            <a:pPr>
              <a:defRPr sz="7650" b="1">
                <a:solidFill>
                  <a:srgbClr val="F25037"/>
                </a:solidFill>
              </a:defRPr>
            </a:pPr>
            <a:r>
              <a:rPr sz="7650" b="1">
                <a:solidFill>
                  <a:srgbClr val="F25037"/>
                </a:solidFill>
              </a:rPr>
              <a:t>15%</a:t>
            </a:r>
          </a:p>
        </p:txBody>
      </p:sp>
      <p:sp>
        <p:nvSpPr>
          <p:cNvPr id="10" name="saving-caption">
            <a:extLst xmlns:a="http://schemas.openxmlformats.org/drawingml/2006/main">
              <a:ext uri="{FF2B5EF4-FFF2-40B4-BE49-F238E27FC236}">
                <a16:creationId xmlns:a16="http://schemas.microsoft.com/office/drawing/2014/main" id="{740EEF9C-108B-4153-9A8B-B26EC6238A2F}"/>
              </a:ext>
            </a:extLst>
          </p:cNvPr>
          <p:cNvSpPr>
            <a:spLocks xmlns:a="http://schemas.openxmlformats.org/drawingml/2006/main" noGrp="1"/>
          </p:cNvSpPr>
          <p:nvPr/>
        </p:nvSpPr>
        <p:spPr>
          <a:xfrm xmlns:a="http://schemas.openxmlformats.org/drawingml/2006/main">
            <a:off x="2971800" y="3009900"/>
            <a:ext cx="2781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lower total usage cost</a:t>
            </a:r>
          </a:p>
          <a:p xmlns:a="http://schemas.openxmlformats.org/drawingml/2006/main">
            <a:pPr>
              <a:defRPr sz="1725" b="0">
                <a:solidFill>
                  <a:srgbClr val="111111"/>
                </a:solidFill>
              </a:defRPr>
            </a:pPr>
            <a:r>
              <a:rPr sz="1725" b="0">
                <a:solidFill>
                  <a:srgbClr val="111111"/>
                </a:solidFill>
              </a:rPr>
              <a:t>in this example model</a:t>
            </a:r>
          </a:p>
        </p:txBody>
      </p:sp>
      <p:sp>
        <p:nvSpPr>
          <p:cNvPr id="11" name="cost-title">
            <a:extLst xmlns:a="http://schemas.openxmlformats.org/drawingml/2006/main">
              <a:ext uri="{FF2B5EF4-FFF2-40B4-BE49-F238E27FC236}">
                <a16:creationId xmlns:a16="http://schemas.microsoft.com/office/drawing/2014/main" id="{7925BE02-98A2-4AF3-AD9C-217C25114D0F}"/>
              </a:ext>
            </a:extLst>
          </p:cNvPr>
          <p:cNvSpPr>
            <a:spLocks xmlns:a="http://schemas.openxmlformats.org/drawingml/2006/main" noGrp="1"/>
          </p:cNvSpPr>
          <p:nvPr/>
        </p:nvSpPr>
        <p:spPr>
          <a:xfrm xmlns:a="http://schemas.openxmlformats.org/drawingml/2006/main">
            <a:off x="609600" y="39243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646464"/>
                </a:solidFill>
              </a:defRPr>
            </a:defPPr>
            <a:lvl1pPr>
              <a:defRPr sz="1425" b="0">
                <a:solidFill>
                  <a:srgbClr val="646464"/>
                </a:solidFill>
              </a:defRPr>
            </a:lvl1pPr>
            <a:lvl2pPr>
              <a:defRPr sz="1425" b="0">
                <a:solidFill>
                  <a:srgbClr val="646464"/>
                </a:solidFill>
              </a:defRPr>
            </a:lvl2pPr>
            <a:lvl3pPr>
              <a:defRPr sz="1425" b="0">
                <a:solidFill>
                  <a:srgbClr val="646464"/>
                </a:solidFill>
              </a:defRPr>
            </a:lvl3pPr>
            <a:lvl4pPr>
              <a:defRPr sz="1425" b="0">
                <a:solidFill>
                  <a:srgbClr val="646464"/>
                </a:solidFill>
              </a:defRPr>
            </a:lvl4pPr>
            <a:lvl5pPr>
              <a:defRPr sz="1425" b="0">
                <a:solidFill>
                  <a:srgbClr val="646464"/>
                </a:solidFill>
              </a:defRPr>
            </a:lvl5pPr>
            <a:lvl6pPr>
              <a:defRPr sz="1425" b="0">
                <a:solidFill>
                  <a:srgbClr val="646464"/>
                </a:solidFill>
              </a:defRPr>
            </a:lvl6pPr>
            <a:lvl7pPr>
              <a:defRPr sz="1425" b="0">
                <a:solidFill>
                  <a:srgbClr val="646464"/>
                </a:solidFill>
              </a:defRPr>
            </a:lvl7pPr>
            <a:lvl8pPr>
              <a:defRPr sz="1425" b="0">
                <a:solidFill>
                  <a:srgbClr val="646464"/>
                </a:solidFill>
              </a:defRPr>
            </a:lvl8pPr>
            <a:lvl9pPr>
              <a:defRPr sz="1425" b="0">
                <a:solidFill>
                  <a:srgbClr val="646464"/>
                </a:solidFill>
              </a:defRPr>
            </a:lvl9pPr>
          </a:lstStyle>
          <a:p xmlns:a="http://schemas.openxmlformats.org/drawingml/2006/main">
            <a:pPr>
              <a:defRPr sz="1425" b="0">
                <a:solidFill>
                  <a:srgbClr val="646464"/>
                </a:solidFill>
              </a:defRPr>
            </a:pPr>
            <a:r>
              <a:rPr sz="1425" b="0">
                <a:solidFill>
                  <a:srgbClr val="646464"/>
                </a:solidFill>
              </a:rPr>
              <a:t>Cost index (baseline = 100)</a:t>
            </a:r>
          </a:p>
        </p:txBody>
      </p:sp>
      <p:graphicFrame>
        <p:nvGraphicFramePr>
          <p:cNvPr id="12" name="Chart">
            <a:extLst xmlns:a="http://schemas.openxmlformats.org/drawingml/2006/main">
              <a:ext uri="{FF2B5EF4-FFF2-40B4-BE49-F238E27FC236}">
                <a16:creationId xmlns:a16="http://schemas.microsoft.com/office/drawing/2014/main" id="{8199D5EB-FC74-4D87-8836-CDE7783A4008}"/>
              </a:ext>
            </a:extLst>
          </p:cNvPr>
          <p:cNvGraphicFramePr/>
          <p:nvPr/>
        </p:nvGraphicFramePr>
        <p:xfrm>
          <a:off xmlns:a="http://schemas.openxmlformats.org/drawingml/2006/main" x="609600" y="4257675"/>
          <a:ext xmlns:a="http://schemas.openxmlformats.org/drawingml/2006/main" cx="5143500" cy="1352550"/>
        </p:xfrm>
        <a:graphic xmlns:a="http://schemas.openxmlformats.org/drawingml/2006/main">
          <a:graphicData uri="http://schemas.openxmlformats.org/drawingml/2006/chart">
            <c:chart xmlns:r="http://schemas.openxmlformats.org/officeDocument/2006/relationships" xmlns:c="http://schemas.openxmlformats.org/drawingml/2006/chart" r:id="R1780d114c5ad465e"/>
          </a:graphicData>
        </a:graphic>
      </p:graphicFrame>
      <p:sp>
        <p:nvSpPr>
          <p:cNvPr id="13" name="capability-label">
            <a:extLst xmlns:a="http://schemas.openxmlformats.org/drawingml/2006/main">
              <a:ext uri="{FF2B5EF4-FFF2-40B4-BE49-F238E27FC236}">
                <a16:creationId xmlns:a16="http://schemas.microsoft.com/office/drawing/2014/main" id="{B5A2DD90-98F0-4DD5-9559-4FCF31B8479D}"/>
              </a:ext>
            </a:extLst>
          </p:cNvPr>
          <p:cNvSpPr>
            <a:spLocks xmlns:a="http://schemas.openxmlformats.org/drawingml/2006/main" noGrp="1"/>
          </p:cNvSpPr>
          <p:nvPr/>
        </p:nvSpPr>
        <p:spPr>
          <a:xfrm xmlns:a="http://schemas.openxmlformats.org/drawingml/2006/main">
            <a:off x="6362700" y="2495550"/>
            <a:ext cx="521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F25037"/>
                </a:solidFill>
              </a:defRPr>
            </a:defPPr>
            <a:lvl1pPr>
              <a:defRPr sz="1275" b="1">
                <a:solidFill>
                  <a:srgbClr val="F25037"/>
                </a:solidFill>
              </a:defRPr>
            </a:lvl1pPr>
            <a:lvl2pPr>
              <a:defRPr sz="1275" b="1">
                <a:solidFill>
                  <a:srgbClr val="F25037"/>
                </a:solidFill>
              </a:defRPr>
            </a:lvl2pPr>
            <a:lvl3pPr>
              <a:defRPr sz="1275" b="1">
                <a:solidFill>
                  <a:srgbClr val="F25037"/>
                </a:solidFill>
              </a:defRPr>
            </a:lvl3pPr>
            <a:lvl4pPr>
              <a:defRPr sz="1275" b="1">
                <a:solidFill>
                  <a:srgbClr val="F25037"/>
                </a:solidFill>
              </a:defRPr>
            </a:lvl4pPr>
            <a:lvl5pPr>
              <a:defRPr sz="1275" b="1">
                <a:solidFill>
                  <a:srgbClr val="F25037"/>
                </a:solidFill>
              </a:defRPr>
            </a:lvl5pPr>
            <a:lvl6pPr>
              <a:defRPr sz="1275" b="1">
                <a:solidFill>
                  <a:srgbClr val="F25037"/>
                </a:solidFill>
              </a:defRPr>
            </a:lvl6pPr>
            <a:lvl7pPr>
              <a:defRPr sz="1275" b="1">
                <a:solidFill>
                  <a:srgbClr val="F25037"/>
                </a:solidFill>
              </a:defRPr>
            </a:lvl7pPr>
            <a:lvl8pPr>
              <a:defRPr sz="1275" b="1">
                <a:solidFill>
                  <a:srgbClr val="F25037"/>
                </a:solidFill>
              </a:defRPr>
            </a:lvl8pPr>
            <a:lvl9pPr>
              <a:defRPr sz="1275" b="1">
                <a:solidFill>
                  <a:srgbClr val="F25037"/>
                </a:solidFill>
              </a:defRPr>
            </a:lvl9pPr>
          </a:lstStyle>
          <a:p xmlns:a="http://schemas.openxmlformats.org/drawingml/2006/main">
            <a:pPr>
              <a:defRPr sz="1275" b="1">
                <a:solidFill>
                  <a:srgbClr val="F25037"/>
                </a:solidFill>
              </a:defRPr>
            </a:pPr>
            <a:r>
              <a:rPr sz="1275" b="1">
                <a:solidFill>
                  <a:srgbClr val="F25037"/>
                </a:solidFill>
              </a:rPr>
              <a:t>FOUR TYPES OF EXECUTABLE CAPABILITY</a:t>
            </a:r>
          </a:p>
        </p:txBody>
      </p:sp>
      <p:sp>
        <p:nvSpPr>
          <p:cNvPr id="14" name="capability-0">
            <a:extLst xmlns:a="http://schemas.openxmlformats.org/drawingml/2006/main">
              <a:ext uri="{FF2B5EF4-FFF2-40B4-BE49-F238E27FC236}">
                <a16:creationId xmlns:a16="http://schemas.microsoft.com/office/drawing/2014/main" id="{ED01A2E8-E194-4229-B408-B7C4625603F5}"/>
              </a:ext>
            </a:extLst>
          </p:cNvPr>
          <p:cNvSpPr>
            <a:spLocks xmlns:a="http://schemas.openxmlformats.org/drawingml/2006/main" noGrp="1"/>
          </p:cNvSpPr>
          <p:nvPr/>
        </p:nvSpPr>
        <p:spPr>
          <a:xfrm xmlns:a="http://schemas.openxmlformats.org/drawingml/2006/main">
            <a:off x="6362700" y="2952750"/>
            <a:ext cx="1085850" cy="476250"/>
          </a:xfrm>
          <a:prstGeom xmlns:a="http://schemas.openxmlformats.org/drawingml/2006/main" prst="rect">
            <a:avLst/>
          </a:prstGeom>
          <a:noFill xmlns:a="http://schemas.openxmlformats.org/drawingml/2006/main"/>
          <a:ln xmlns:a="http://schemas.openxmlformats.org/drawingml/2006/main" w="11430">
            <a:solidFill>
              <a:srgbClr val="AAA69D"/>
            </a:solidFill>
            <a:prstDash val="solid"/>
          </a:ln>
        </p:spPr>
      </p:sp>
      <p:sp>
        <p:nvSpPr>
          <p:cNvPr id="15" name="capability-title-0">
            <a:extLst xmlns:a="http://schemas.openxmlformats.org/drawingml/2006/main">
              <a:ext uri="{FF2B5EF4-FFF2-40B4-BE49-F238E27FC236}">
                <a16:creationId xmlns:a16="http://schemas.microsoft.com/office/drawing/2014/main" id="{D3779EA4-FFE3-442D-BB10-8A5428231D19}"/>
              </a:ext>
            </a:extLst>
          </p:cNvPr>
          <p:cNvSpPr>
            <a:spLocks xmlns:a="http://schemas.openxmlformats.org/drawingml/2006/main" noGrp="1"/>
          </p:cNvSpPr>
          <p:nvPr/>
        </p:nvSpPr>
        <p:spPr>
          <a:xfrm xmlns:a="http://schemas.openxmlformats.org/drawingml/2006/main">
            <a:off x="6448425" y="3086100"/>
            <a:ext cx="95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Interpret</a:t>
            </a:r>
          </a:p>
        </p:txBody>
      </p:sp>
      <p:sp>
        <p:nvSpPr>
          <p:cNvPr id="16" name="capability-description-0">
            <a:extLst xmlns:a="http://schemas.openxmlformats.org/drawingml/2006/main">
              <a:ext uri="{FF2B5EF4-FFF2-40B4-BE49-F238E27FC236}">
                <a16:creationId xmlns:a16="http://schemas.microsoft.com/office/drawing/2014/main" id="{4E98623B-EDA4-4B46-9854-DF903EBA19D1}"/>
              </a:ext>
            </a:extLst>
          </p:cNvPr>
          <p:cNvSpPr>
            <a:spLocks xmlns:a="http://schemas.openxmlformats.org/drawingml/2006/main" noGrp="1"/>
          </p:cNvSpPr>
          <p:nvPr/>
        </p:nvSpPr>
        <p:spPr>
          <a:xfrm xmlns:a="http://schemas.openxmlformats.org/drawingml/2006/main">
            <a:off x="6362700" y="3590925"/>
            <a:ext cx="1209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46464"/>
                </a:solidFill>
              </a:defRPr>
            </a:defPPr>
            <a:lvl1pPr>
              <a:defRPr sz="1350" b="0">
                <a:solidFill>
                  <a:srgbClr val="646464"/>
                </a:solidFill>
              </a:defRPr>
            </a:lvl1pPr>
            <a:lvl2pPr>
              <a:defRPr sz="1350" b="0">
                <a:solidFill>
                  <a:srgbClr val="646464"/>
                </a:solidFill>
              </a:defRPr>
            </a:lvl2pPr>
            <a:lvl3pPr>
              <a:defRPr sz="1350" b="0">
                <a:solidFill>
                  <a:srgbClr val="646464"/>
                </a:solidFill>
              </a:defRPr>
            </a:lvl3pPr>
            <a:lvl4pPr>
              <a:defRPr sz="1350" b="0">
                <a:solidFill>
                  <a:srgbClr val="646464"/>
                </a:solidFill>
              </a:defRPr>
            </a:lvl4pPr>
            <a:lvl5pPr>
              <a:defRPr sz="1350" b="0">
                <a:solidFill>
                  <a:srgbClr val="646464"/>
                </a:solidFill>
              </a:defRPr>
            </a:lvl5pPr>
            <a:lvl6pPr>
              <a:defRPr sz="1350" b="0">
                <a:solidFill>
                  <a:srgbClr val="646464"/>
                </a:solidFill>
              </a:defRPr>
            </a:lvl6pPr>
            <a:lvl7pPr>
              <a:defRPr sz="1350" b="0">
                <a:solidFill>
                  <a:srgbClr val="646464"/>
                </a:solidFill>
              </a:defRPr>
            </a:lvl7pPr>
            <a:lvl8pPr>
              <a:defRPr sz="1350" b="0">
                <a:solidFill>
                  <a:srgbClr val="646464"/>
                </a:solidFill>
              </a:defRPr>
            </a:lvl8pPr>
            <a:lvl9pPr>
              <a:defRPr sz="1350" b="0">
                <a:solidFill>
                  <a:srgbClr val="646464"/>
                </a:solidFill>
              </a:defRPr>
            </a:lvl9pPr>
          </a:lstStyle>
          <a:p xmlns:a="http://schemas.openxmlformats.org/drawingml/2006/main">
            <a:pPr>
              <a:defRPr sz="1350" b="0">
                <a:solidFill>
                  <a:srgbClr val="646464"/>
                </a:solidFill>
              </a:defRPr>
            </a:pPr>
            <a:r>
              <a:rPr sz="1350" b="0">
                <a:solidFill>
                  <a:srgbClr val="646464"/>
                </a:solidFill>
              </a:rPr>
              <a:t>Request</a:t>
            </a:r>
          </a:p>
          <a:p xmlns:a="http://schemas.openxmlformats.org/drawingml/2006/main">
            <a:pPr>
              <a:defRPr sz="1350" b="0">
                <a:solidFill>
                  <a:srgbClr val="646464"/>
                </a:solidFill>
              </a:defRPr>
            </a:pPr>
            <a:r>
              <a:rPr sz="1350" b="0">
                <a:solidFill>
                  <a:srgbClr val="646464"/>
                </a:solidFill>
              </a:rPr>
              <a:t>and context</a:t>
            </a:r>
          </a:p>
        </p:txBody>
      </p:sp>
      <p:sp>
        <p:nvSpPr>
          <p:cNvPr id="17" name="capability-1">
            <a:extLst xmlns:a="http://schemas.openxmlformats.org/drawingml/2006/main">
              <a:ext uri="{FF2B5EF4-FFF2-40B4-BE49-F238E27FC236}">
                <a16:creationId xmlns:a16="http://schemas.microsoft.com/office/drawing/2014/main" id="{69B2EAD7-0563-4C1E-809A-2153C510F32F}"/>
              </a:ext>
            </a:extLst>
          </p:cNvPr>
          <p:cNvSpPr>
            <a:spLocks xmlns:a="http://schemas.openxmlformats.org/drawingml/2006/main" noGrp="1"/>
          </p:cNvSpPr>
          <p:nvPr/>
        </p:nvSpPr>
        <p:spPr>
          <a:xfrm xmlns:a="http://schemas.openxmlformats.org/drawingml/2006/main">
            <a:off x="7734300" y="2952750"/>
            <a:ext cx="1085850" cy="476250"/>
          </a:xfrm>
          <a:prstGeom xmlns:a="http://schemas.openxmlformats.org/drawingml/2006/main" prst="rect">
            <a:avLst/>
          </a:prstGeom>
          <a:solidFill xmlns:a="http://schemas.openxmlformats.org/drawingml/2006/main">
            <a:srgbClr val="F25037"/>
          </a:solidFill>
          <a:ln xmlns:a="http://schemas.openxmlformats.org/drawingml/2006/main" w="11430">
            <a:solidFill>
              <a:srgbClr val="F25037"/>
            </a:solidFill>
            <a:prstDash val="solid"/>
          </a:ln>
        </p:spPr>
      </p:sp>
      <p:sp>
        <p:nvSpPr>
          <p:cNvPr id="18" name="capability-title-1">
            <a:extLst xmlns:a="http://schemas.openxmlformats.org/drawingml/2006/main">
              <a:ext uri="{FF2B5EF4-FFF2-40B4-BE49-F238E27FC236}">
                <a16:creationId xmlns:a16="http://schemas.microsoft.com/office/drawing/2014/main" id="{D2CD4AE7-2109-47C2-B50C-6FD630B6A652}"/>
              </a:ext>
            </a:extLst>
          </p:cNvPr>
          <p:cNvSpPr>
            <a:spLocks xmlns:a="http://schemas.openxmlformats.org/drawingml/2006/main" noGrp="1"/>
          </p:cNvSpPr>
          <p:nvPr/>
        </p:nvSpPr>
        <p:spPr>
          <a:xfrm xmlns:a="http://schemas.openxmlformats.org/drawingml/2006/main">
            <a:off x="7820025" y="3086100"/>
            <a:ext cx="95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FFFFFF"/>
                </a:solidFill>
              </a:defRPr>
            </a:defPPr>
            <a:lvl1pPr>
              <a:defRPr sz="1425" b="1">
                <a:solidFill>
                  <a:srgbClr val="FFFFFF"/>
                </a:solidFill>
              </a:defRPr>
            </a:lvl1pPr>
            <a:lvl2pPr>
              <a:defRPr sz="1425" b="1">
                <a:solidFill>
                  <a:srgbClr val="FFFFFF"/>
                </a:solidFill>
              </a:defRPr>
            </a:lvl2pPr>
            <a:lvl3pPr>
              <a:defRPr sz="1425" b="1">
                <a:solidFill>
                  <a:srgbClr val="FFFFFF"/>
                </a:solidFill>
              </a:defRPr>
            </a:lvl3pPr>
            <a:lvl4pPr>
              <a:defRPr sz="1425" b="1">
                <a:solidFill>
                  <a:srgbClr val="FFFFFF"/>
                </a:solidFill>
              </a:defRPr>
            </a:lvl4pPr>
            <a:lvl5pPr>
              <a:defRPr sz="1425" b="1">
                <a:solidFill>
                  <a:srgbClr val="FFFFFF"/>
                </a:solidFill>
              </a:defRPr>
            </a:lvl5pPr>
            <a:lvl6pPr>
              <a:defRPr sz="1425" b="1">
                <a:solidFill>
                  <a:srgbClr val="FFFFFF"/>
                </a:solidFill>
              </a:defRPr>
            </a:lvl6pPr>
            <a:lvl7pPr>
              <a:defRPr sz="1425" b="1">
                <a:solidFill>
                  <a:srgbClr val="FFFFFF"/>
                </a:solidFill>
              </a:defRPr>
            </a:lvl7pPr>
            <a:lvl8pPr>
              <a:defRPr sz="1425" b="1">
                <a:solidFill>
                  <a:srgbClr val="FFFFFF"/>
                </a:solidFill>
              </a:defRPr>
            </a:lvl8pPr>
            <a:lvl9pPr>
              <a:defRPr sz="1425" b="1">
                <a:solidFill>
                  <a:srgbClr val="FFFFFF"/>
                </a:solidFill>
              </a:defRPr>
            </a:lvl9pPr>
          </a:lstStyle>
          <a:p xmlns:a="http://schemas.openxmlformats.org/drawingml/2006/main">
            <a:pPr>
              <a:defRPr sz="1425" b="1">
                <a:solidFill>
                  <a:srgbClr val="FFFFFF"/>
                </a:solidFill>
              </a:defRPr>
            </a:pPr>
            <a:r>
              <a:rPr sz="1425" b="1">
                <a:solidFill>
                  <a:srgbClr val="FFFFFF"/>
                </a:solidFill>
              </a:rPr>
              <a:t>Compute</a:t>
            </a:r>
          </a:p>
        </p:txBody>
      </p:sp>
      <p:sp>
        <p:nvSpPr>
          <p:cNvPr id="19" name="capability-description-1">
            <a:extLst xmlns:a="http://schemas.openxmlformats.org/drawingml/2006/main">
              <a:ext uri="{FF2B5EF4-FFF2-40B4-BE49-F238E27FC236}">
                <a16:creationId xmlns:a16="http://schemas.microsoft.com/office/drawing/2014/main" id="{0199106A-CFF0-47CE-AD99-551F3DC6C0EA}"/>
              </a:ext>
            </a:extLst>
          </p:cNvPr>
          <p:cNvSpPr>
            <a:spLocks xmlns:a="http://schemas.openxmlformats.org/drawingml/2006/main" noGrp="1"/>
          </p:cNvSpPr>
          <p:nvPr/>
        </p:nvSpPr>
        <p:spPr>
          <a:xfrm xmlns:a="http://schemas.openxmlformats.org/drawingml/2006/main">
            <a:off x="7734300" y="3590925"/>
            <a:ext cx="1209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46464"/>
                </a:solidFill>
              </a:defRPr>
            </a:defPPr>
            <a:lvl1pPr>
              <a:defRPr sz="1350" b="0">
                <a:solidFill>
                  <a:srgbClr val="646464"/>
                </a:solidFill>
              </a:defRPr>
            </a:lvl1pPr>
            <a:lvl2pPr>
              <a:defRPr sz="1350" b="0">
                <a:solidFill>
                  <a:srgbClr val="646464"/>
                </a:solidFill>
              </a:defRPr>
            </a:lvl2pPr>
            <a:lvl3pPr>
              <a:defRPr sz="1350" b="0">
                <a:solidFill>
                  <a:srgbClr val="646464"/>
                </a:solidFill>
              </a:defRPr>
            </a:lvl3pPr>
            <a:lvl4pPr>
              <a:defRPr sz="1350" b="0">
                <a:solidFill>
                  <a:srgbClr val="646464"/>
                </a:solidFill>
              </a:defRPr>
            </a:lvl4pPr>
            <a:lvl5pPr>
              <a:defRPr sz="1350" b="0">
                <a:solidFill>
                  <a:srgbClr val="646464"/>
                </a:solidFill>
              </a:defRPr>
            </a:lvl5pPr>
            <a:lvl6pPr>
              <a:defRPr sz="1350" b="0">
                <a:solidFill>
                  <a:srgbClr val="646464"/>
                </a:solidFill>
              </a:defRPr>
            </a:lvl6pPr>
            <a:lvl7pPr>
              <a:defRPr sz="1350" b="0">
                <a:solidFill>
                  <a:srgbClr val="646464"/>
                </a:solidFill>
              </a:defRPr>
            </a:lvl7pPr>
            <a:lvl8pPr>
              <a:defRPr sz="1350" b="0">
                <a:solidFill>
                  <a:srgbClr val="646464"/>
                </a:solidFill>
              </a:defRPr>
            </a:lvl8pPr>
            <a:lvl9pPr>
              <a:defRPr sz="1350" b="0">
                <a:solidFill>
                  <a:srgbClr val="646464"/>
                </a:solidFill>
              </a:defRPr>
            </a:lvl9pPr>
          </a:lstStyle>
          <a:p xmlns:a="http://schemas.openxmlformats.org/drawingml/2006/main">
            <a:pPr>
              <a:defRPr sz="1350" b="0">
                <a:solidFill>
                  <a:srgbClr val="646464"/>
                </a:solidFill>
              </a:defRPr>
            </a:pPr>
            <a:r>
              <a:rPr sz="1350" b="0">
                <a:solidFill>
                  <a:srgbClr val="646464"/>
                </a:solidFill>
              </a:rPr>
              <a:t>Deterministic</a:t>
            </a:r>
          </a:p>
          <a:p xmlns:a="http://schemas.openxmlformats.org/drawingml/2006/main">
            <a:pPr>
              <a:defRPr sz="1350" b="0">
                <a:solidFill>
                  <a:srgbClr val="646464"/>
                </a:solidFill>
              </a:defRPr>
            </a:pPr>
            <a:r>
              <a:rPr sz="1350" b="0">
                <a:solidFill>
                  <a:srgbClr val="646464"/>
                </a:solidFill>
              </a:rPr>
              <a:t>operations</a:t>
            </a:r>
          </a:p>
        </p:txBody>
      </p:sp>
      <p:sp>
        <p:nvSpPr>
          <p:cNvPr id="20" name="capability-2">
            <a:extLst xmlns:a="http://schemas.openxmlformats.org/drawingml/2006/main">
              <a:ext uri="{FF2B5EF4-FFF2-40B4-BE49-F238E27FC236}">
                <a16:creationId xmlns:a16="http://schemas.microsoft.com/office/drawing/2014/main" id="{FEE97252-C7B7-4B62-9596-9BE8B601FC40}"/>
              </a:ext>
            </a:extLst>
          </p:cNvPr>
          <p:cNvSpPr>
            <a:spLocks xmlns:a="http://schemas.openxmlformats.org/drawingml/2006/main" noGrp="1"/>
          </p:cNvSpPr>
          <p:nvPr/>
        </p:nvSpPr>
        <p:spPr>
          <a:xfrm xmlns:a="http://schemas.openxmlformats.org/drawingml/2006/main">
            <a:off x="9105900" y="2952750"/>
            <a:ext cx="1085850" cy="476250"/>
          </a:xfrm>
          <a:prstGeom xmlns:a="http://schemas.openxmlformats.org/drawingml/2006/main" prst="rect">
            <a:avLst/>
          </a:prstGeom>
          <a:noFill xmlns:a="http://schemas.openxmlformats.org/drawingml/2006/main"/>
          <a:ln xmlns:a="http://schemas.openxmlformats.org/drawingml/2006/main" w="11430">
            <a:solidFill>
              <a:srgbClr val="AAA69D"/>
            </a:solidFill>
            <a:prstDash val="solid"/>
          </a:ln>
        </p:spPr>
      </p:sp>
      <p:sp>
        <p:nvSpPr>
          <p:cNvPr id="21" name="capability-title-2">
            <a:extLst xmlns:a="http://schemas.openxmlformats.org/drawingml/2006/main">
              <a:ext uri="{FF2B5EF4-FFF2-40B4-BE49-F238E27FC236}">
                <a16:creationId xmlns:a16="http://schemas.microsoft.com/office/drawing/2014/main" id="{5F50448F-4851-472D-903C-10745D28A83C}"/>
              </a:ext>
            </a:extLst>
          </p:cNvPr>
          <p:cNvSpPr>
            <a:spLocks xmlns:a="http://schemas.openxmlformats.org/drawingml/2006/main" noGrp="1"/>
          </p:cNvSpPr>
          <p:nvPr/>
        </p:nvSpPr>
        <p:spPr>
          <a:xfrm xmlns:a="http://schemas.openxmlformats.org/drawingml/2006/main">
            <a:off x="9191625" y="3086100"/>
            <a:ext cx="95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Validate</a:t>
            </a:r>
          </a:p>
        </p:txBody>
      </p:sp>
      <p:sp>
        <p:nvSpPr>
          <p:cNvPr id="22" name="capability-description-2">
            <a:extLst xmlns:a="http://schemas.openxmlformats.org/drawingml/2006/main">
              <a:ext uri="{FF2B5EF4-FFF2-40B4-BE49-F238E27FC236}">
                <a16:creationId xmlns:a16="http://schemas.microsoft.com/office/drawing/2014/main" id="{90D6ABC2-CAFD-4F01-AA03-04E66A517C71}"/>
              </a:ext>
            </a:extLst>
          </p:cNvPr>
          <p:cNvSpPr>
            <a:spLocks xmlns:a="http://schemas.openxmlformats.org/drawingml/2006/main" noGrp="1"/>
          </p:cNvSpPr>
          <p:nvPr/>
        </p:nvSpPr>
        <p:spPr>
          <a:xfrm xmlns:a="http://schemas.openxmlformats.org/drawingml/2006/main">
            <a:off x="9105900" y="3590925"/>
            <a:ext cx="1209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46464"/>
                </a:solidFill>
              </a:defRPr>
            </a:defPPr>
            <a:lvl1pPr>
              <a:defRPr sz="1350" b="0">
                <a:solidFill>
                  <a:srgbClr val="646464"/>
                </a:solidFill>
              </a:defRPr>
            </a:lvl1pPr>
            <a:lvl2pPr>
              <a:defRPr sz="1350" b="0">
                <a:solidFill>
                  <a:srgbClr val="646464"/>
                </a:solidFill>
              </a:defRPr>
            </a:lvl2pPr>
            <a:lvl3pPr>
              <a:defRPr sz="1350" b="0">
                <a:solidFill>
                  <a:srgbClr val="646464"/>
                </a:solidFill>
              </a:defRPr>
            </a:lvl3pPr>
            <a:lvl4pPr>
              <a:defRPr sz="1350" b="0">
                <a:solidFill>
                  <a:srgbClr val="646464"/>
                </a:solidFill>
              </a:defRPr>
            </a:lvl4pPr>
            <a:lvl5pPr>
              <a:defRPr sz="1350" b="0">
                <a:solidFill>
                  <a:srgbClr val="646464"/>
                </a:solidFill>
              </a:defRPr>
            </a:lvl5pPr>
            <a:lvl6pPr>
              <a:defRPr sz="1350" b="0">
                <a:solidFill>
                  <a:srgbClr val="646464"/>
                </a:solidFill>
              </a:defRPr>
            </a:lvl6pPr>
            <a:lvl7pPr>
              <a:defRPr sz="1350" b="0">
                <a:solidFill>
                  <a:srgbClr val="646464"/>
                </a:solidFill>
              </a:defRPr>
            </a:lvl7pPr>
            <a:lvl8pPr>
              <a:defRPr sz="1350" b="0">
                <a:solidFill>
                  <a:srgbClr val="646464"/>
                </a:solidFill>
              </a:defRPr>
            </a:lvl8pPr>
            <a:lvl9pPr>
              <a:defRPr sz="1350" b="0">
                <a:solidFill>
                  <a:srgbClr val="646464"/>
                </a:solidFill>
              </a:defRPr>
            </a:lvl9pPr>
          </a:lstStyle>
          <a:p xmlns:a="http://schemas.openxmlformats.org/drawingml/2006/main">
            <a:pPr>
              <a:defRPr sz="1350" b="0">
                <a:solidFill>
                  <a:srgbClr val="646464"/>
                </a:solidFill>
              </a:defRPr>
            </a:pPr>
            <a:r>
              <a:rPr sz="1350" b="0">
                <a:solidFill>
                  <a:srgbClr val="646464"/>
                </a:solidFill>
              </a:rPr>
              <a:t>Configured</a:t>
            </a:r>
          </a:p>
          <a:p xmlns:a="http://schemas.openxmlformats.org/drawingml/2006/main">
            <a:pPr>
              <a:defRPr sz="1350" b="0">
                <a:solidFill>
                  <a:srgbClr val="646464"/>
                </a:solidFill>
              </a:defRPr>
            </a:pPr>
            <a:r>
              <a:rPr sz="1350" b="0">
                <a:solidFill>
                  <a:srgbClr val="646464"/>
                </a:solidFill>
              </a:rPr>
              <a:t>rules</a:t>
            </a:r>
          </a:p>
        </p:txBody>
      </p:sp>
      <p:sp>
        <p:nvSpPr>
          <p:cNvPr id="23" name="capability-3">
            <a:extLst xmlns:a="http://schemas.openxmlformats.org/drawingml/2006/main">
              <a:ext uri="{FF2B5EF4-FFF2-40B4-BE49-F238E27FC236}">
                <a16:creationId xmlns:a16="http://schemas.microsoft.com/office/drawing/2014/main" id="{EA47E73B-1B1E-4E3E-81C4-FBC64DF27AEE}"/>
              </a:ext>
            </a:extLst>
          </p:cNvPr>
          <p:cNvSpPr>
            <a:spLocks xmlns:a="http://schemas.openxmlformats.org/drawingml/2006/main" noGrp="1"/>
          </p:cNvSpPr>
          <p:nvPr/>
        </p:nvSpPr>
        <p:spPr>
          <a:xfrm xmlns:a="http://schemas.openxmlformats.org/drawingml/2006/main">
            <a:off x="10477500" y="2952750"/>
            <a:ext cx="1085850" cy="476250"/>
          </a:xfrm>
          <a:prstGeom xmlns:a="http://schemas.openxmlformats.org/drawingml/2006/main" prst="rect">
            <a:avLst/>
          </a:prstGeom>
          <a:noFill xmlns:a="http://schemas.openxmlformats.org/drawingml/2006/main"/>
          <a:ln xmlns:a="http://schemas.openxmlformats.org/drawingml/2006/main" w="11430">
            <a:solidFill>
              <a:srgbClr val="AAA69D"/>
            </a:solidFill>
            <a:prstDash val="solid"/>
          </a:ln>
        </p:spPr>
      </p:sp>
      <p:sp>
        <p:nvSpPr>
          <p:cNvPr id="24" name="capability-title-3">
            <a:extLst xmlns:a="http://schemas.openxmlformats.org/drawingml/2006/main">
              <a:ext uri="{FF2B5EF4-FFF2-40B4-BE49-F238E27FC236}">
                <a16:creationId xmlns:a16="http://schemas.microsoft.com/office/drawing/2014/main" id="{A946F897-3927-450E-94BE-F9CECD30AA05}"/>
              </a:ext>
            </a:extLst>
          </p:cNvPr>
          <p:cNvSpPr>
            <a:spLocks xmlns:a="http://schemas.openxmlformats.org/drawingml/2006/main" noGrp="1"/>
          </p:cNvSpPr>
          <p:nvPr/>
        </p:nvSpPr>
        <p:spPr>
          <a:xfrm xmlns:a="http://schemas.openxmlformats.org/drawingml/2006/main">
            <a:off x="10563225" y="3086100"/>
            <a:ext cx="95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Act</a:t>
            </a:r>
          </a:p>
        </p:txBody>
      </p:sp>
      <p:sp>
        <p:nvSpPr>
          <p:cNvPr id="25" name="capability-description-3">
            <a:extLst xmlns:a="http://schemas.openxmlformats.org/drawingml/2006/main">
              <a:ext uri="{FF2B5EF4-FFF2-40B4-BE49-F238E27FC236}">
                <a16:creationId xmlns:a16="http://schemas.microsoft.com/office/drawing/2014/main" id="{EFDA62D1-DF3E-4BD3-BD6C-F142101B78E2}"/>
              </a:ext>
            </a:extLst>
          </p:cNvPr>
          <p:cNvSpPr>
            <a:spLocks xmlns:a="http://schemas.openxmlformats.org/drawingml/2006/main" noGrp="1"/>
          </p:cNvSpPr>
          <p:nvPr/>
        </p:nvSpPr>
        <p:spPr>
          <a:xfrm xmlns:a="http://schemas.openxmlformats.org/drawingml/2006/main">
            <a:off x="10477500" y="3590925"/>
            <a:ext cx="1209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46464"/>
                </a:solidFill>
              </a:defRPr>
            </a:defPPr>
            <a:lvl1pPr>
              <a:defRPr sz="1350" b="0">
                <a:solidFill>
                  <a:srgbClr val="646464"/>
                </a:solidFill>
              </a:defRPr>
            </a:lvl1pPr>
            <a:lvl2pPr>
              <a:defRPr sz="1350" b="0">
                <a:solidFill>
                  <a:srgbClr val="646464"/>
                </a:solidFill>
              </a:defRPr>
            </a:lvl2pPr>
            <a:lvl3pPr>
              <a:defRPr sz="1350" b="0">
                <a:solidFill>
                  <a:srgbClr val="646464"/>
                </a:solidFill>
              </a:defRPr>
            </a:lvl3pPr>
            <a:lvl4pPr>
              <a:defRPr sz="1350" b="0">
                <a:solidFill>
                  <a:srgbClr val="646464"/>
                </a:solidFill>
              </a:defRPr>
            </a:lvl4pPr>
            <a:lvl5pPr>
              <a:defRPr sz="1350" b="0">
                <a:solidFill>
                  <a:srgbClr val="646464"/>
                </a:solidFill>
              </a:defRPr>
            </a:lvl5pPr>
            <a:lvl6pPr>
              <a:defRPr sz="1350" b="0">
                <a:solidFill>
                  <a:srgbClr val="646464"/>
                </a:solidFill>
              </a:defRPr>
            </a:lvl6pPr>
            <a:lvl7pPr>
              <a:defRPr sz="1350" b="0">
                <a:solidFill>
                  <a:srgbClr val="646464"/>
                </a:solidFill>
              </a:defRPr>
            </a:lvl7pPr>
            <a:lvl8pPr>
              <a:defRPr sz="1350" b="0">
                <a:solidFill>
                  <a:srgbClr val="646464"/>
                </a:solidFill>
              </a:defRPr>
            </a:lvl8pPr>
            <a:lvl9pPr>
              <a:defRPr sz="1350" b="0">
                <a:solidFill>
                  <a:srgbClr val="646464"/>
                </a:solidFill>
              </a:defRPr>
            </a:lvl9pPr>
          </a:lstStyle>
          <a:p xmlns:a="http://schemas.openxmlformats.org/drawingml/2006/main">
            <a:pPr>
              <a:defRPr sz="1350" b="0">
                <a:solidFill>
                  <a:srgbClr val="646464"/>
                </a:solidFill>
              </a:defRPr>
            </a:pPr>
            <a:r>
              <a:rPr sz="1350" b="0">
                <a:solidFill>
                  <a:srgbClr val="646464"/>
                </a:solidFill>
              </a:rPr>
              <a:t>Authorized</a:t>
            </a:r>
          </a:p>
          <a:p xmlns:a="http://schemas.openxmlformats.org/drawingml/2006/main">
            <a:pPr>
              <a:defRPr sz="1350" b="0">
                <a:solidFill>
                  <a:srgbClr val="646464"/>
                </a:solidFill>
              </a:defRPr>
            </a:pPr>
            <a:r>
              <a:rPr sz="1350" b="0">
                <a:solidFill>
                  <a:srgbClr val="646464"/>
                </a:solidFill>
              </a:rPr>
              <a:t>integrations</a:t>
            </a:r>
          </a:p>
        </p:txBody>
      </p:sp>
      <p:sp>
        <p:nvSpPr>
          <p:cNvPr id="26" name="reliability-title">
            <a:extLst xmlns:a="http://schemas.openxmlformats.org/drawingml/2006/main">
              <a:ext uri="{FF2B5EF4-FFF2-40B4-BE49-F238E27FC236}">
                <a16:creationId xmlns:a16="http://schemas.microsoft.com/office/drawing/2014/main" id="{027DF81C-C21A-476C-91F7-C1FCF9648CD8}"/>
              </a:ext>
            </a:extLst>
          </p:cNvPr>
          <p:cNvSpPr>
            <a:spLocks xmlns:a="http://schemas.openxmlformats.org/drawingml/2006/main" noGrp="1"/>
          </p:cNvSpPr>
          <p:nvPr/>
        </p:nvSpPr>
        <p:spPr>
          <a:xfrm xmlns:a="http://schemas.openxmlformats.org/drawingml/2006/main">
            <a:off x="6362700" y="4371975"/>
            <a:ext cx="24574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11111"/>
                </a:solidFill>
              </a:defRPr>
            </a:defPPr>
            <a:lvl1pPr>
              <a:defRPr sz="2025" b="1">
                <a:solidFill>
                  <a:srgbClr val="111111"/>
                </a:solidFill>
              </a:defRPr>
            </a:lvl1pPr>
            <a:lvl2pPr>
              <a:defRPr sz="2025" b="1">
                <a:solidFill>
                  <a:srgbClr val="111111"/>
                </a:solidFill>
              </a:defRPr>
            </a:lvl2pPr>
            <a:lvl3pPr>
              <a:defRPr sz="2025" b="1">
                <a:solidFill>
                  <a:srgbClr val="111111"/>
                </a:solidFill>
              </a:defRPr>
            </a:lvl3pPr>
            <a:lvl4pPr>
              <a:defRPr sz="2025" b="1">
                <a:solidFill>
                  <a:srgbClr val="111111"/>
                </a:solidFill>
              </a:defRPr>
            </a:lvl4pPr>
            <a:lvl5pPr>
              <a:defRPr sz="2025" b="1">
                <a:solidFill>
                  <a:srgbClr val="111111"/>
                </a:solidFill>
              </a:defRPr>
            </a:lvl5pPr>
            <a:lvl6pPr>
              <a:defRPr sz="2025" b="1">
                <a:solidFill>
                  <a:srgbClr val="111111"/>
                </a:solidFill>
              </a:defRPr>
            </a:lvl6pPr>
            <a:lvl7pPr>
              <a:defRPr sz="2025" b="1">
                <a:solidFill>
                  <a:srgbClr val="111111"/>
                </a:solidFill>
              </a:defRPr>
            </a:lvl7pPr>
            <a:lvl8pPr>
              <a:defRPr sz="2025" b="1">
                <a:solidFill>
                  <a:srgbClr val="111111"/>
                </a:solidFill>
              </a:defRPr>
            </a:lvl8pPr>
            <a:lvl9pPr>
              <a:defRPr sz="2025" b="1">
                <a:solidFill>
                  <a:srgbClr val="111111"/>
                </a:solidFill>
              </a:defRPr>
            </a:lvl9pPr>
          </a:lstStyle>
          <a:p xmlns:a="http://schemas.openxmlformats.org/drawingml/2006/main">
            <a:pPr>
              <a:defRPr sz="2025" b="1">
                <a:solidFill>
                  <a:srgbClr val="111111"/>
                </a:solidFill>
              </a:defRPr>
            </a:pPr>
            <a:r>
              <a:rPr sz="2025" b="1">
                <a:solidFill>
                  <a:srgbClr val="111111"/>
                </a:solidFill>
              </a:rPr>
              <a:t>Reliability</a:t>
            </a:r>
          </a:p>
        </p:txBody>
      </p:sp>
      <p:sp>
        <p:nvSpPr>
          <p:cNvPr id="27" name="reliability-body">
            <a:extLst xmlns:a="http://schemas.openxmlformats.org/drawingml/2006/main">
              <a:ext uri="{FF2B5EF4-FFF2-40B4-BE49-F238E27FC236}">
                <a16:creationId xmlns:a16="http://schemas.microsoft.com/office/drawing/2014/main" id="{C92C0D5B-9E7A-48DC-9232-8EBF41C64838}"/>
              </a:ext>
            </a:extLst>
          </p:cNvPr>
          <p:cNvSpPr>
            <a:spLocks xmlns:a="http://schemas.openxmlformats.org/drawingml/2006/main" noGrp="1"/>
          </p:cNvSpPr>
          <p:nvPr/>
        </p:nvSpPr>
        <p:spPr>
          <a:xfrm xmlns:a="http://schemas.openxmlformats.org/drawingml/2006/main">
            <a:off x="6362700" y="4791075"/>
            <a:ext cx="2457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46464"/>
                </a:solidFill>
              </a:defRPr>
            </a:defPPr>
            <a:lvl1pPr>
              <a:defRPr sz="1575" b="0">
                <a:solidFill>
                  <a:srgbClr val="646464"/>
                </a:solidFill>
              </a:defRPr>
            </a:lvl1pPr>
            <a:lvl2pPr>
              <a:defRPr sz="1575" b="0">
                <a:solidFill>
                  <a:srgbClr val="646464"/>
                </a:solidFill>
              </a:defRPr>
            </a:lvl2pPr>
            <a:lvl3pPr>
              <a:defRPr sz="1575" b="0">
                <a:solidFill>
                  <a:srgbClr val="646464"/>
                </a:solidFill>
              </a:defRPr>
            </a:lvl3pPr>
            <a:lvl4pPr>
              <a:defRPr sz="1575" b="0">
                <a:solidFill>
                  <a:srgbClr val="646464"/>
                </a:solidFill>
              </a:defRPr>
            </a:lvl4pPr>
            <a:lvl5pPr>
              <a:defRPr sz="1575" b="0">
                <a:solidFill>
                  <a:srgbClr val="646464"/>
                </a:solidFill>
              </a:defRPr>
            </a:lvl5pPr>
            <a:lvl6pPr>
              <a:defRPr sz="1575" b="0">
                <a:solidFill>
                  <a:srgbClr val="646464"/>
                </a:solidFill>
              </a:defRPr>
            </a:lvl6pPr>
            <a:lvl7pPr>
              <a:defRPr sz="1575" b="0">
                <a:solidFill>
                  <a:srgbClr val="646464"/>
                </a:solidFill>
              </a:defRPr>
            </a:lvl7pPr>
            <a:lvl8pPr>
              <a:defRPr sz="1575" b="0">
                <a:solidFill>
                  <a:srgbClr val="646464"/>
                </a:solidFill>
              </a:defRPr>
            </a:lvl8pPr>
            <a:lvl9pPr>
              <a:defRPr sz="1575" b="0">
                <a:solidFill>
                  <a:srgbClr val="646464"/>
                </a:solidFill>
              </a:defRPr>
            </a:lvl9pPr>
          </a:lstStyle>
          <a:p xmlns:a="http://schemas.openxmlformats.org/drawingml/2006/main">
            <a:pPr>
              <a:defRPr sz="1575" b="0">
                <a:solidFill>
                  <a:srgbClr val="646464"/>
                </a:solidFill>
              </a:defRPr>
            </a:pPr>
            <a:r>
              <a:rPr sz="1575" b="0">
                <a:solidFill>
                  <a:srgbClr val="646464"/>
                </a:solidFill>
              </a:rPr>
              <a:t>Tested computations repeat for the same inputs and module version.</a:t>
            </a:r>
          </a:p>
        </p:txBody>
      </p:sp>
      <p:sp>
        <p:nvSpPr>
          <p:cNvPr id="28" name="adoption-title">
            <a:extLst xmlns:a="http://schemas.openxmlformats.org/drawingml/2006/main">
              <a:ext uri="{FF2B5EF4-FFF2-40B4-BE49-F238E27FC236}">
                <a16:creationId xmlns:a16="http://schemas.microsoft.com/office/drawing/2014/main" id="{50CB9C0B-A80B-4310-A309-DF0A988D21B4}"/>
              </a:ext>
            </a:extLst>
          </p:cNvPr>
          <p:cNvSpPr>
            <a:spLocks xmlns:a="http://schemas.openxmlformats.org/drawingml/2006/main" noGrp="1"/>
          </p:cNvSpPr>
          <p:nvPr/>
        </p:nvSpPr>
        <p:spPr>
          <a:xfrm xmlns:a="http://schemas.openxmlformats.org/drawingml/2006/main">
            <a:off x="9105900" y="4371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11111"/>
                </a:solidFill>
              </a:defRPr>
            </a:defPPr>
            <a:lvl1pPr>
              <a:defRPr sz="2025" b="1">
                <a:solidFill>
                  <a:srgbClr val="111111"/>
                </a:solidFill>
              </a:defRPr>
            </a:lvl1pPr>
            <a:lvl2pPr>
              <a:defRPr sz="2025" b="1">
                <a:solidFill>
                  <a:srgbClr val="111111"/>
                </a:solidFill>
              </a:defRPr>
            </a:lvl2pPr>
            <a:lvl3pPr>
              <a:defRPr sz="2025" b="1">
                <a:solidFill>
                  <a:srgbClr val="111111"/>
                </a:solidFill>
              </a:defRPr>
            </a:lvl3pPr>
            <a:lvl4pPr>
              <a:defRPr sz="2025" b="1">
                <a:solidFill>
                  <a:srgbClr val="111111"/>
                </a:solidFill>
              </a:defRPr>
            </a:lvl4pPr>
            <a:lvl5pPr>
              <a:defRPr sz="2025" b="1">
                <a:solidFill>
                  <a:srgbClr val="111111"/>
                </a:solidFill>
              </a:defRPr>
            </a:lvl5pPr>
            <a:lvl6pPr>
              <a:defRPr sz="2025" b="1">
                <a:solidFill>
                  <a:srgbClr val="111111"/>
                </a:solidFill>
              </a:defRPr>
            </a:lvl6pPr>
            <a:lvl7pPr>
              <a:defRPr sz="2025" b="1">
                <a:solidFill>
                  <a:srgbClr val="111111"/>
                </a:solidFill>
              </a:defRPr>
            </a:lvl7pPr>
            <a:lvl8pPr>
              <a:defRPr sz="2025" b="1">
                <a:solidFill>
                  <a:srgbClr val="111111"/>
                </a:solidFill>
              </a:defRPr>
            </a:lvl8pPr>
            <a:lvl9pPr>
              <a:defRPr sz="2025" b="1">
                <a:solidFill>
                  <a:srgbClr val="111111"/>
                </a:solidFill>
              </a:defRPr>
            </a:lvl9pPr>
          </a:lstStyle>
          <a:p xmlns:a="http://schemas.openxmlformats.org/drawingml/2006/main">
            <a:pPr>
              <a:defRPr sz="2025" b="1">
                <a:solidFill>
                  <a:srgbClr val="111111"/>
                </a:solidFill>
              </a:defRPr>
            </a:pPr>
            <a:r>
              <a:rPr sz="2025" b="1">
                <a:solidFill>
                  <a:srgbClr val="111111"/>
                </a:solidFill>
              </a:rPr>
              <a:t>Easier adoption</a:t>
            </a:r>
          </a:p>
        </p:txBody>
      </p:sp>
      <p:sp>
        <p:nvSpPr>
          <p:cNvPr id="29" name="adoption-body">
            <a:extLst xmlns:a="http://schemas.openxmlformats.org/drawingml/2006/main">
              <a:ext uri="{FF2B5EF4-FFF2-40B4-BE49-F238E27FC236}">
                <a16:creationId xmlns:a16="http://schemas.microsoft.com/office/drawing/2014/main" id="{DC137878-A080-4B73-B5CB-8AD2F583F31C}"/>
              </a:ext>
            </a:extLst>
          </p:cNvPr>
          <p:cNvSpPr>
            <a:spLocks xmlns:a="http://schemas.openxmlformats.org/drawingml/2006/main" noGrp="1"/>
          </p:cNvSpPr>
          <p:nvPr/>
        </p:nvSpPr>
        <p:spPr>
          <a:xfrm xmlns:a="http://schemas.openxmlformats.org/drawingml/2006/main">
            <a:off x="9105900" y="479107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46464"/>
                </a:solidFill>
              </a:defRPr>
            </a:defPPr>
            <a:lvl1pPr>
              <a:defRPr sz="1575" b="0">
                <a:solidFill>
                  <a:srgbClr val="646464"/>
                </a:solidFill>
              </a:defRPr>
            </a:lvl1pPr>
            <a:lvl2pPr>
              <a:defRPr sz="1575" b="0">
                <a:solidFill>
                  <a:srgbClr val="646464"/>
                </a:solidFill>
              </a:defRPr>
            </a:lvl2pPr>
            <a:lvl3pPr>
              <a:defRPr sz="1575" b="0">
                <a:solidFill>
                  <a:srgbClr val="646464"/>
                </a:solidFill>
              </a:defRPr>
            </a:lvl3pPr>
            <a:lvl4pPr>
              <a:defRPr sz="1575" b="0">
                <a:solidFill>
                  <a:srgbClr val="646464"/>
                </a:solidFill>
              </a:defRPr>
            </a:lvl4pPr>
            <a:lvl5pPr>
              <a:defRPr sz="1575" b="0">
                <a:solidFill>
                  <a:srgbClr val="646464"/>
                </a:solidFill>
              </a:defRPr>
            </a:lvl5pPr>
            <a:lvl6pPr>
              <a:defRPr sz="1575" b="0">
                <a:solidFill>
                  <a:srgbClr val="646464"/>
                </a:solidFill>
              </a:defRPr>
            </a:lvl6pPr>
            <a:lvl7pPr>
              <a:defRPr sz="1575" b="0">
                <a:solidFill>
                  <a:srgbClr val="646464"/>
                </a:solidFill>
              </a:defRPr>
            </a:lvl7pPr>
            <a:lvl8pPr>
              <a:defRPr sz="1575" b="0">
                <a:solidFill>
                  <a:srgbClr val="646464"/>
                </a:solidFill>
              </a:defRPr>
            </a:lvl8pPr>
            <a:lvl9pPr>
              <a:defRPr sz="1575" b="0">
                <a:solidFill>
                  <a:srgbClr val="646464"/>
                </a:solidFill>
              </a:defRPr>
            </a:lvl9pPr>
          </a:lstStyle>
          <a:p xmlns:a="http://schemas.openxmlformats.org/drawingml/2006/main">
            <a:pPr>
              <a:defRPr sz="1575" b="0">
                <a:solidFill>
                  <a:srgbClr val="646464"/>
                </a:solidFill>
              </a:defRPr>
            </a:pPr>
            <a:r>
              <a:rPr sz="1575" b="0">
                <a:solidFill>
                  <a:srgbClr val="646464"/>
                </a:solidFill>
              </a:rPr>
              <a:t>Predictable results and visible execution traces can build trust.</a:t>
            </a:r>
          </a:p>
        </p:txBody>
      </p:sp>
      <p:sp>
        <p:nvSpPr>
          <p:cNvPr id="30" name="feasibility-rule">
            <a:extLst xmlns:a="http://schemas.openxmlformats.org/drawingml/2006/main">
              <a:ext uri="{FF2B5EF4-FFF2-40B4-BE49-F238E27FC236}">
                <a16:creationId xmlns:a16="http://schemas.microsoft.com/office/drawing/2014/main" id="{58478EE3-BEFE-4D13-AB34-30855F03CDB6}"/>
              </a:ext>
            </a:extLst>
          </p:cNvPr>
          <p:cNvSpPr>
            <a:spLocks xmlns:a="http://schemas.openxmlformats.org/drawingml/2006/main" noGrp="1"/>
          </p:cNvSpPr>
          <p:nvPr/>
        </p:nvSpPr>
        <p:spPr>
          <a:xfrm xmlns:a="http://schemas.openxmlformats.org/drawingml/2006/main">
            <a:off x="609600" y="5800725"/>
            <a:ext cx="10972800" cy="0"/>
          </a:xfrm>
          <a:prstGeom xmlns:a="http://schemas.openxmlformats.org/drawingml/2006/main" prst="line">
            <a:avLst/>
          </a:prstGeom>
          <a:noFill xmlns:a="http://schemas.openxmlformats.org/drawingml/2006/main"/>
          <a:ln xmlns:a="http://schemas.openxmlformats.org/drawingml/2006/main" w="9525">
            <a:solidFill>
              <a:srgbClr val="D6D2C9"/>
            </a:solidFill>
            <a:prstDash val="solid"/>
          </a:ln>
        </p:spPr>
      </p:sp>
      <p:sp>
        <p:nvSpPr>
          <p:cNvPr id="31" name="feasibility-label">
            <a:extLst xmlns:a="http://schemas.openxmlformats.org/drawingml/2006/main">
              <a:ext uri="{FF2B5EF4-FFF2-40B4-BE49-F238E27FC236}">
                <a16:creationId xmlns:a16="http://schemas.microsoft.com/office/drawing/2014/main" id="{46CE523F-C18E-4F15-82B7-2DF0959FE8BE}"/>
              </a:ext>
            </a:extLst>
          </p:cNvPr>
          <p:cNvSpPr>
            <a:spLocks xmlns:a="http://schemas.openxmlformats.org/drawingml/2006/main" noGrp="1"/>
          </p:cNvSpPr>
          <p:nvPr/>
        </p:nvSpPr>
        <p:spPr>
          <a:xfrm xmlns:a="http://schemas.openxmlformats.org/drawingml/2006/main">
            <a:off x="609600" y="60102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F25037"/>
                </a:solidFill>
              </a:defRPr>
            </a:defPPr>
            <a:lvl1pPr>
              <a:defRPr sz="1275" b="1">
                <a:solidFill>
                  <a:srgbClr val="F25037"/>
                </a:solidFill>
              </a:defRPr>
            </a:lvl1pPr>
            <a:lvl2pPr>
              <a:defRPr sz="1275" b="1">
                <a:solidFill>
                  <a:srgbClr val="F25037"/>
                </a:solidFill>
              </a:defRPr>
            </a:lvl2pPr>
            <a:lvl3pPr>
              <a:defRPr sz="1275" b="1">
                <a:solidFill>
                  <a:srgbClr val="F25037"/>
                </a:solidFill>
              </a:defRPr>
            </a:lvl3pPr>
            <a:lvl4pPr>
              <a:defRPr sz="1275" b="1">
                <a:solidFill>
                  <a:srgbClr val="F25037"/>
                </a:solidFill>
              </a:defRPr>
            </a:lvl4pPr>
            <a:lvl5pPr>
              <a:defRPr sz="1275" b="1">
                <a:solidFill>
                  <a:srgbClr val="F25037"/>
                </a:solidFill>
              </a:defRPr>
            </a:lvl5pPr>
            <a:lvl6pPr>
              <a:defRPr sz="1275" b="1">
                <a:solidFill>
                  <a:srgbClr val="F25037"/>
                </a:solidFill>
              </a:defRPr>
            </a:lvl6pPr>
            <a:lvl7pPr>
              <a:defRPr sz="1275" b="1">
                <a:solidFill>
                  <a:srgbClr val="F25037"/>
                </a:solidFill>
              </a:defRPr>
            </a:lvl7pPr>
            <a:lvl8pPr>
              <a:defRPr sz="1275" b="1">
                <a:solidFill>
                  <a:srgbClr val="F25037"/>
                </a:solidFill>
              </a:defRPr>
            </a:lvl8pPr>
            <a:lvl9pPr>
              <a:defRPr sz="1275" b="1">
                <a:solidFill>
                  <a:srgbClr val="F25037"/>
                </a:solidFill>
              </a:defRPr>
            </a:lvl9pPr>
          </a:lstStyle>
          <a:p xmlns:a="http://schemas.openxmlformats.org/drawingml/2006/main">
            <a:pPr>
              <a:defRPr sz="1275" b="1">
                <a:solidFill>
                  <a:srgbClr val="F25037"/>
                </a:solidFill>
              </a:defRPr>
            </a:pPr>
            <a:r>
              <a:rPr sz="1275" b="1">
                <a:solidFill>
                  <a:srgbClr val="F25037"/>
                </a:solidFill>
              </a:rPr>
              <a:t>FEASIBLE MVP</a:t>
            </a:r>
          </a:p>
        </p:txBody>
      </p:sp>
      <p:sp>
        <p:nvSpPr>
          <p:cNvPr id="32" name="feasibility-body">
            <a:extLst xmlns:a="http://schemas.openxmlformats.org/drawingml/2006/main">
              <a:ext uri="{FF2B5EF4-FFF2-40B4-BE49-F238E27FC236}">
                <a16:creationId xmlns:a16="http://schemas.microsoft.com/office/drawing/2014/main" id="{D9BF5634-F1AA-44A0-BCF8-DC999A4BCEA7}"/>
              </a:ext>
            </a:extLst>
          </p:cNvPr>
          <p:cNvSpPr>
            <a:spLocks xmlns:a="http://schemas.openxmlformats.org/drawingml/2006/main" noGrp="1"/>
          </p:cNvSpPr>
          <p:nvPr/>
        </p:nvSpPr>
        <p:spPr>
          <a:xfrm xmlns:a="http://schemas.openxmlformats.org/drawingml/2006/main">
            <a:off x="2381250" y="5953125"/>
            <a:ext cx="92011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A bounded module catalog, typed inputs and outputs, and reference tests</a:t>
            </a:r>
          </a:p>
          <a:p xmlns:a="http://schemas.openxmlformats.org/drawingml/2006/main">
            <a:pPr>
              <a:defRPr sz="1725" b="0">
                <a:solidFill>
                  <a:srgbClr val="111111"/>
                </a:solidFill>
              </a:defRPr>
            </a:pPr>
            <a:r>
              <a:rPr sz="1725" b="0">
                <a:solidFill>
                  <a:srgbClr val="111111"/>
                </a:solidFill>
              </a:rPr>
              <a:t>run on one shared execution runtime.</a:t>
            </a:r>
          </a:p>
        </p:txBody>
      </p:sp>
      <p:sp>
        <p:nvSpPr>
          <p:cNvPr id="33" name="assumptions">
            <a:extLst xmlns:a="http://schemas.openxmlformats.org/drawingml/2006/main">
              <a:ext uri="{FF2B5EF4-FFF2-40B4-BE49-F238E27FC236}">
                <a16:creationId xmlns:a16="http://schemas.microsoft.com/office/drawing/2014/main" id="{6A3F0434-B2E9-4F43-95C9-058814FB1738}"/>
              </a:ext>
            </a:extLst>
          </p:cNvPr>
          <p:cNvSpPr>
            <a:spLocks xmlns:a="http://schemas.openxmlformats.org/drawingml/2006/main" noGrp="1"/>
          </p:cNvSpPr>
          <p:nvPr/>
        </p:nvSpPr>
        <p:spPr>
          <a:xfrm xmlns:a="http://schemas.openxmlformats.org/drawingml/2006/main">
            <a:off x="609600" y="6581775"/>
            <a:ext cx="10648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46464"/>
                </a:solidFill>
              </a:defRPr>
            </a:defPPr>
            <a:lvl1pPr>
              <a:defRPr sz="1125" b="0">
                <a:solidFill>
                  <a:srgbClr val="646464"/>
                </a:solidFill>
              </a:defRPr>
            </a:lvl1pPr>
            <a:lvl2pPr>
              <a:defRPr sz="1125" b="0">
                <a:solidFill>
                  <a:srgbClr val="646464"/>
                </a:solidFill>
              </a:defRPr>
            </a:lvl2pPr>
            <a:lvl3pPr>
              <a:defRPr sz="1125" b="0">
                <a:solidFill>
                  <a:srgbClr val="646464"/>
                </a:solidFill>
              </a:defRPr>
            </a:lvl3pPr>
            <a:lvl4pPr>
              <a:defRPr sz="1125" b="0">
                <a:solidFill>
                  <a:srgbClr val="646464"/>
                </a:solidFill>
              </a:defRPr>
            </a:lvl4pPr>
            <a:lvl5pPr>
              <a:defRPr sz="1125" b="0">
                <a:solidFill>
                  <a:srgbClr val="646464"/>
                </a:solidFill>
              </a:defRPr>
            </a:lvl5pPr>
            <a:lvl6pPr>
              <a:defRPr sz="1125" b="0">
                <a:solidFill>
                  <a:srgbClr val="646464"/>
                </a:solidFill>
              </a:defRPr>
            </a:lvl6pPr>
            <a:lvl7pPr>
              <a:defRPr sz="1125" b="0">
                <a:solidFill>
                  <a:srgbClr val="646464"/>
                </a:solidFill>
              </a:defRPr>
            </a:lvl7pPr>
            <a:lvl8pPr>
              <a:defRPr sz="1125" b="0">
                <a:solidFill>
                  <a:srgbClr val="646464"/>
                </a:solidFill>
              </a:defRPr>
            </a:lvl8pPr>
            <a:lvl9pPr>
              <a:defRPr sz="1125" b="0">
                <a:solidFill>
                  <a:srgbClr val="646464"/>
                </a:solidFill>
              </a:defRPr>
            </a:lvl9pPr>
          </a:lstStyle>
          <a:p xmlns:a="http://schemas.openxmlformats.org/drawingml/2006/main">
            <a:pPr>
              <a:defRPr sz="1125" b="0">
                <a:solidFill>
                  <a:srgbClr val="646464"/>
                </a:solidFill>
              </a:defRPr>
            </a:pPr>
            <a:r>
              <a:rPr sz="1125" b="0">
                <a:solidFill>
                  <a:srgbClr val="646464"/>
                </a:solidFill>
              </a:rPr>
              <a:t>Model: 70 fixed + 30 LLM. 60% less LLM spend + 3 execution = 85 total. Illustrative assumptions, not measured.</a:t>
            </a:r>
          </a:p>
        </p:txBody>
      </p:sp>
    </p:spTree>
    <p:extLst>
      <p:ext uri="{BB962C8B-B14F-4D97-AF65-F5344CB8AC3E}">
        <p14:creationId xmlns:p14="http://schemas.microsoft.com/office/powerpoint/2010/main" val="2123254186"/>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7E117788-66CB-424E-AA95-4784F1940C12}"/>
              </a:ext>
            </a:extLst>
          </p:cNvPr>
          <p:cNvCxnSpPr>
            <a:stCxn xmlns:a="http://schemas.openxmlformats.org/drawingml/2006/main" id="17" idx="6"/>
            <a:endCxn xmlns:a="http://schemas.openxmlformats.org/drawingml/2006/main" id="21" idx="2"/>
          </p:cNvCxnSpPr>
          <p:nvPr/>
        </p:nvCxnSpPr>
        <p:spPr>
          <a:xfrm xmlns:a="http://schemas.openxmlformats.org/drawingml/2006/main">
            <a:off x="6934200" y="3343275"/>
            <a:ext cx="2133600" cy="0"/>
          </a:xfrm>
          <a:prstGeom xmlns:a="http://schemas.openxmlformats.org/drawingml/2006/main" prst="straightConnector1">
            <a:avLst/>
          </a:prstGeom>
          <a:ln xmlns:a="http://schemas.openxmlformats.org/drawingml/2006/main" w="19050">
            <a:solidFill>
              <a:srgbClr val="A5A5A5"/>
            </a:solidFill>
            <a:prstDash val="solid"/>
            <a:tailEnd type="arrow" w="med" len="med"/>
          </a:ln>
        </p:spPr>
      </p:cxnSp>
      <p:cxnSp>
        <p:nvCxnSpPr>
          <p:cNvPr id="3" name="">
            <a:extLst xmlns:a="http://schemas.openxmlformats.org/drawingml/2006/main">
              <a:ext uri="{FF2B5EF4-FFF2-40B4-BE49-F238E27FC236}">
                <a16:creationId xmlns:a16="http://schemas.microsoft.com/office/drawing/2014/main" id="{DA6B70CA-8F3E-4F10-906F-66E1912537A8}"/>
              </a:ext>
            </a:extLst>
          </p:cNvPr>
          <p:cNvCxnSpPr>
            <a:stCxn xmlns:a="http://schemas.openxmlformats.org/drawingml/2006/main" id="13" idx="6"/>
            <a:endCxn xmlns:a="http://schemas.openxmlformats.org/drawingml/2006/main" id="17" idx="2"/>
          </p:cNvCxnSpPr>
          <p:nvPr/>
        </p:nvCxnSpPr>
        <p:spPr>
          <a:xfrm xmlns:a="http://schemas.openxmlformats.org/drawingml/2006/main">
            <a:off x="4114800" y="3343275"/>
            <a:ext cx="2133600" cy="0"/>
          </a:xfrm>
          <a:prstGeom xmlns:a="http://schemas.openxmlformats.org/drawingml/2006/main" prst="straightConnector1">
            <a:avLst/>
          </a:prstGeom>
          <a:ln xmlns:a="http://schemas.openxmlformats.org/drawingml/2006/main" w="19050">
            <a:solidFill>
              <a:srgbClr val="A5A5A5"/>
            </a:solidFill>
            <a:prstDash val="solid"/>
            <a:tailEnd type="arrow" w="med" len="med"/>
          </a:ln>
        </p:spPr>
      </p:cxnSp>
      <p:cxnSp>
        <p:nvCxnSpPr>
          <p:cNvPr id="4" name="">
            <a:extLst xmlns:a="http://schemas.openxmlformats.org/drawingml/2006/main">
              <a:ext uri="{FF2B5EF4-FFF2-40B4-BE49-F238E27FC236}">
                <a16:creationId xmlns:a16="http://schemas.microsoft.com/office/drawing/2014/main" id="{9CD750E6-9D8D-4114-B5CB-D4A2DD4C613F}"/>
              </a:ext>
            </a:extLst>
          </p:cNvPr>
          <p:cNvCxnSpPr>
            <a:stCxn xmlns:a="http://schemas.openxmlformats.org/drawingml/2006/main" id="9" idx="6"/>
            <a:endCxn xmlns:a="http://schemas.openxmlformats.org/drawingml/2006/main" id="13" idx="2"/>
          </p:cNvCxnSpPr>
          <p:nvPr/>
        </p:nvCxnSpPr>
        <p:spPr>
          <a:xfrm xmlns:a="http://schemas.openxmlformats.org/drawingml/2006/main">
            <a:off x="1295400" y="3343275"/>
            <a:ext cx="2133600" cy="0"/>
          </a:xfrm>
          <a:prstGeom xmlns:a="http://schemas.openxmlformats.org/drawingml/2006/main" prst="straightConnector1">
            <a:avLst/>
          </a:prstGeom>
          <a:ln xmlns:a="http://schemas.openxmlformats.org/drawingml/2006/main" w="19050">
            <a:solidFill>
              <a:srgbClr val="A5A5A5"/>
            </a:solidFill>
            <a:prstDash val="solid"/>
            <a:tailEnd type="arrow" w="med" len="med"/>
          </a:ln>
        </p:spPr>
      </p:cxnSp>
      <p:sp>
        <p:nvSpPr>
          <p:cNvPr id="5" name="section">
            <a:extLst xmlns:a="http://schemas.openxmlformats.org/drawingml/2006/main">
              <a:ext uri="{FF2B5EF4-FFF2-40B4-BE49-F238E27FC236}">
                <a16:creationId xmlns:a16="http://schemas.microsoft.com/office/drawing/2014/main" id="{4FAB6517-78D6-4419-BBF1-7117B0F8C61D}"/>
              </a:ext>
            </a:extLst>
          </p:cNvPr>
          <p:cNvSpPr>
            <a:spLocks xmlns:a="http://schemas.openxmlformats.org/drawingml/2006/main" noGrp="1"/>
          </p:cNvSpPr>
          <p:nvPr/>
        </p:nvSpPr>
        <p:spPr>
          <a:xfrm xmlns:a="http://schemas.openxmlformats.org/drawingml/2006/main">
            <a:off x="609600" y="40005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1">
                <a:solidFill>
                  <a:srgbClr val="111111"/>
                </a:solidFill>
                <a:latin typeface="Work Sans"/>
                <a:ea typeface="Work Sans"/>
                <a:cs typeface="Work Sans"/>
              </a:defRPr>
            </a:defPPr>
            <a:lvl1pPr>
              <a:defRPr sz="1350" b="1">
                <a:solidFill>
                  <a:srgbClr val="111111"/>
                </a:solidFill>
                <a:latin typeface="Work Sans"/>
                <a:ea typeface="Work Sans"/>
                <a:cs typeface="Work Sans"/>
              </a:defRPr>
            </a:lvl1pPr>
            <a:lvl2pPr>
              <a:defRPr sz="1350" b="1">
                <a:solidFill>
                  <a:srgbClr val="111111"/>
                </a:solidFill>
                <a:latin typeface="Work Sans"/>
                <a:ea typeface="Work Sans"/>
                <a:cs typeface="Work Sans"/>
              </a:defRPr>
            </a:lvl2pPr>
            <a:lvl3pPr>
              <a:defRPr sz="1350" b="1">
                <a:solidFill>
                  <a:srgbClr val="111111"/>
                </a:solidFill>
                <a:latin typeface="Work Sans"/>
                <a:ea typeface="Work Sans"/>
                <a:cs typeface="Work Sans"/>
              </a:defRPr>
            </a:lvl3pPr>
            <a:lvl4pPr>
              <a:defRPr sz="1350" b="1">
                <a:solidFill>
                  <a:srgbClr val="111111"/>
                </a:solidFill>
                <a:latin typeface="Work Sans"/>
                <a:ea typeface="Work Sans"/>
                <a:cs typeface="Work Sans"/>
              </a:defRPr>
            </a:lvl4pPr>
            <a:lvl5pPr>
              <a:defRPr sz="1350" b="1">
                <a:solidFill>
                  <a:srgbClr val="111111"/>
                </a:solidFill>
                <a:latin typeface="Work Sans"/>
                <a:ea typeface="Work Sans"/>
                <a:cs typeface="Work Sans"/>
              </a:defRPr>
            </a:lvl5pPr>
            <a:lvl6pPr>
              <a:defRPr sz="1350" b="1">
                <a:solidFill>
                  <a:srgbClr val="111111"/>
                </a:solidFill>
                <a:latin typeface="Work Sans"/>
                <a:ea typeface="Work Sans"/>
                <a:cs typeface="Work Sans"/>
              </a:defRPr>
            </a:lvl6pPr>
            <a:lvl7pPr>
              <a:defRPr sz="1350" b="1">
                <a:solidFill>
                  <a:srgbClr val="111111"/>
                </a:solidFill>
                <a:latin typeface="Work Sans"/>
                <a:ea typeface="Work Sans"/>
                <a:cs typeface="Work Sans"/>
              </a:defRPr>
            </a:lvl7pPr>
            <a:lvl8pPr>
              <a:defRPr sz="1350" b="1">
                <a:solidFill>
                  <a:srgbClr val="111111"/>
                </a:solidFill>
                <a:latin typeface="Work Sans"/>
                <a:ea typeface="Work Sans"/>
                <a:cs typeface="Work Sans"/>
              </a:defRPr>
            </a:lvl8pPr>
            <a:lvl9pPr>
              <a:defRPr sz="1350" b="1">
                <a:solidFill>
                  <a:srgbClr val="111111"/>
                </a:solidFill>
                <a:latin typeface="Work Sans"/>
                <a:ea typeface="Work Sans"/>
                <a:cs typeface="Work Sans"/>
              </a:defRPr>
            </a:lvl9pPr>
          </a:lstStyle>
          <a:p xmlns:a="http://schemas.openxmlformats.org/drawingml/2006/main">
            <a:pPr>
              <a:defRPr sz="1350" b="1">
                <a:solidFill>
                  <a:srgbClr val="111111"/>
                </a:solidFill>
                <a:latin typeface="Work Sans"/>
                <a:ea typeface="Work Sans"/>
                <a:cs typeface="Work Sans"/>
              </a:defRPr>
            </a:pPr>
            <a:r>
              <a:rPr sz="1350" b="1">
                <a:solidFill>
                  <a:srgbClr val="111111"/>
                </a:solidFill>
                <a:latin typeface="Work Sans"/>
                <a:ea typeface="Work Sans"/>
                <a:cs typeface="Work Sans"/>
              </a:rPr>
              <a:t>DEMO PLAN + CONCLUSION</a:t>
            </a:r>
          </a:p>
        </p:txBody>
      </p:sp>
      <p:sp>
        <p:nvSpPr>
          <p:cNvPr id="6" name="slide-number">
            <a:extLst xmlns:a="http://schemas.openxmlformats.org/drawingml/2006/main">
              <a:ext uri="{FF2B5EF4-FFF2-40B4-BE49-F238E27FC236}">
                <a16:creationId xmlns:a16="http://schemas.microsoft.com/office/drawing/2014/main" id="{17380009-7CF2-464D-9C91-1F55FA418D29}"/>
              </a:ext>
            </a:extLst>
          </p:cNvPr>
          <p:cNvSpPr>
            <a:spLocks xmlns:a="http://schemas.openxmlformats.org/drawingml/2006/main" noGrp="1"/>
          </p:cNvSpPr>
          <p:nvPr/>
        </p:nvSpPr>
        <p:spPr>
          <a:xfrm xmlns:a="http://schemas.openxmlformats.org/drawingml/2006/main">
            <a:off x="11182350" y="63341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0">
                <a:solidFill>
                  <a:srgbClr val="6B6B6B"/>
                </a:solidFill>
                <a:latin typeface="Work Sans"/>
                <a:ea typeface="Work Sans"/>
                <a:cs typeface="Work Sans"/>
              </a:defRPr>
            </a:defPPr>
            <a:lvl1pPr>
              <a:defRPr sz="1275" b="0">
                <a:solidFill>
                  <a:srgbClr val="6B6B6B"/>
                </a:solidFill>
                <a:latin typeface="Work Sans"/>
                <a:ea typeface="Work Sans"/>
                <a:cs typeface="Work Sans"/>
              </a:defRPr>
            </a:lvl1pPr>
            <a:lvl2pPr>
              <a:defRPr sz="1275" b="0">
                <a:solidFill>
                  <a:srgbClr val="6B6B6B"/>
                </a:solidFill>
                <a:latin typeface="Work Sans"/>
                <a:ea typeface="Work Sans"/>
                <a:cs typeface="Work Sans"/>
              </a:defRPr>
            </a:lvl2pPr>
            <a:lvl3pPr>
              <a:defRPr sz="1275" b="0">
                <a:solidFill>
                  <a:srgbClr val="6B6B6B"/>
                </a:solidFill>
                <a:latin typeface="Work Sans"/>
                <a:ea typeface="Work Sans"/>
                <a:cs typeface="Work Sans"/>
              </a:defRPr>
            </a:lvl3pPr>
            <a:lvl4pPr>
              <a:defRPr sz="1275" b="0">
                <a:solidFill>
                  <a:srgbClr val="6B6B6B"/>
                </a:solidFill>
                <a:latin typeface="Work Sans"/>
                <a:ea typeface="Work Sans"/>
                <a:cs typeface="Work Sans"/>
              </a:defRPr>
            </a:lvl4pPr>
            <a:lvl5pPr>
              <a:defRPr sz="1275" b="0">
                <a:solidFill>
                  <a:srgbClr val="6B6B6B"/>
                </a:solidFill>
                <a:latin typeface="Work Sans"/>
                <a:ea typeface="Work Sans"/>
                <a:cs typeface="Work Sans"/>
              </a:defRPr>
            </a:lvl5pPr>
            <a:lvl6pPr>
              <a:defRPr sz="1275" b="0">
                <a:solidFill>
                  <a:srgbClr val="6B6B6B"/>
                </a:solidFill>
                <a:latin typeface="Work Sans"/>
                <a:ea typeface="Work Sans"/>
                <a:cs typeface="Work Sans"/>
              </a:defRPr>
            </a:lvl6pPr>
            <a:lvl7pPr>
              <a:defRPr sz="1275" b="0">
                <a:solidFill>
                  <a:srgbClr val="6B6B6B"/>
                </a:solidFill>
                <a:latin typeface="Work Sans"/>
                <a:ea typeface="Work Sans"/>
                <a:cs typeface="Work Sans"/>
              </a:defRPr>
            </a:lvl7pPr>
            <a:lvl8pPr>
              <a:defRPr sz="1275" b="0">
                <a:solidFill>
                  <a:srgbClr val="6B6B6B"/>
                </a:solidFill>
                <a:latin typeface="Work Sans"/>
                <a:ea typeface="Work Sans"/>
                <a:cs typeface="Work Sans"/>
              </a:defRPr>
            </a:lvl8pPr>
            <a:lvl9pPr>
              <a:defRPr sz="1275" b="0">
                <a:solidFill>
                  <a:srgbClr val="6B6B6B"/>
                </a:solidFill>
                <a:latin typeface="Work Sans"/>
                <a:ea typeface="Work Sans"/>
                <a:cs typeface="Work Sans"/>
              </a:defRPr>
            </a:lvl9pPr>
          </a:lstStyle>
          <a:p xmlns:a="http://schemas.openxmlformats.org/drawingml/2006/main">
            <a:pPr>
              <a:defRPr sz="1275" b="0">
                <a:solidFill>
                  <a:srgbClr val="6B6B6B"/>
                </a:solidFill>
                <a:latin typeface="Work Sans"/>
                <a:ea typeface="Work Sans"/>
                <a:cs typeface="Work Sans"/>
              </a:defRPr>
            </a:pPr>
            <a:r>
              <a:rPr sz="1275" b="0">
                <a:solidFill>
                  <a:srgbClr val="6B6B6B"/>
                </a:solidFill>
                <a:latin typeface="Work Sans"/>
                <a:ea typeface="Work Sans"/>
                <a:cs typeface="Work Sans"/>
              </a:rPr>
              <a:t>07</a:t>
            </a:r>
          </a:p>
        </p:txBody>
      </p:sp>
      <p:sp>
        <p:nvSpPr>
          <p:cNvPr id="7" name="headline">
            <a:extLst xmlns:a="http://schemas.openxmlformats.org/drawingml/2006/main">
              <a:ext uri="{FF2B5EF4-FFF2-40B4-BE49-F238E27FC236}">
                <a16:creationId xmlns:a16="http://schemas.microsoft.com/office/drawing/2014/main" id="{B9920294-8DBE-49DE-A9B2-A94464B45146}"/>
              </a:ext>
            </a:extLst>
          </p:cNvPr>
          <p:cNvSpPr>
            <a:spLocks xmlns:a="http://schemas.openxmlformats.org/drawingml/2006/main" noGrp="1"/>
          </p:cNvSpPr>
          <p:nvPr/>
        </p:nvSpPr>
        <p:spPr>
          <a:xfrm xmlns:a="http://schemas.openxmlformats.org/drawingml/2006/main">
            <a:off x="609600" y="10668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425" b="1">
                <a:solidFill>
                  <a:srgbClr val="111111"/>
                </a:solidFill>
              </a:defRPr>
            </a:defPPr>
            <a:lvl1pPr>
              <a:defRPr sz="4425" b="1">
                <a:solidFill>
                  <a:srgbClr val="111111"/>
                </a:solidFill>
              </a:defRPr>
            </a:lvl1pPr>
            <a:lvl2pPr>
              <a:defRPr sz="4425" b="1">
                <a:solidFill>
                  <a:srgbClr val="111111"/>
                </a:solidFill>
              </a:defRPr>
            </a:lvl2pPr>
            <a:lvl3pPr>
              <a:defRPr sz="4425" b="1">
                <a:solidFill>
                  <a:srgbClr val="111111"/>
                </a:solidFill>
              </a:defRPr>
            </a:lvl3pPr>
            <a:lvl4pPr>
              <a:defRPr sz="4425" b="1">
                <a:solidFill>
                  <a:srgbClr val="111111"/>
                </a:solidFill>
              </a:defRPr>
            </a:lvl4pPr>
            <a:lvl5pPr>
              <a:defRPr sz="4425" b="1">
                <a:solidFill>
                  <a:srgbClr val="111111"/>
                </a:solidFill>
              </a:defRPr>
            </a:lvl5pPr>
            <a:lvl6pPr>
              <a:defRPr sz="4425" b="1">
                <a:solidFill>
                  <a:srgbClr val="111111"/>
                </a:solidFill>
              </a:defRPr>
            </a:lvl6pPr>
            <a:lvl7pPr>
              <a:defRPr sz="4425" b="1">
                <a:solidFill>
                  <a:srgbClr val="111111"/>
                </a:solidFill>
              </a:defRPr>
            </a:lvl7pPr>
            <a:lvl8pPr>
              <a:defRPr sz="4425" b="1">
                <a:solidFill>
                  <a:srgbClr val="111111"/>
                </a:solidFill>
              </a:defRPr>
            </a:lvl8pPr>
            <a:lvl9pPr>
              <a:defRPr sz="4425" b="1">
                <a:solidFill>
                  <a:srgbClr val="111111"/>
                </a:solidFill>
              </a:defRPr>
            </a:lvl9pPr>
          </a:lstStyle>
          <a:p xmlns:a="http://schemas.openxmlformats.org/drawingml/2006/main">
            <a:pPr>
              <a:defRPr sz="4425" b="1">
                <a:solidFill>
                  <a:srgbClr val="111111"/>
                </a:solidFill>
              </a:defRPr>
            </a:pPr>
            <a:r>
              <a:rPr sz="4425" b="1">
                <a:solidFill>
                  <a:srgbClr val="111111"/>
                </a:solidFill>
              </a:rPr>
              <a:t>Live demonstration plan</a:t>
            </a:r>
          </a:p>
        </p:txBody>
      </p:sp>
      <p:sp>
        <p:nvSpPr>
          <p:cNvPr id="8" name="subhead">
            <a:extLst xmlns:a="http://schemas.openxmlformats.org/drawingml/2006/main">
              <a:ext uri="{FF2B5EF4-FFF2-40B4-BE49-F238E27FC236}">
                <a16:creationId xmlns:a16="http://schemas.microsoft.com/office/drawing/2014/main" id="{7F40F760-2054-437C-9BCF-D84FD138BF9F}"/>
              </a:ext>
            </a:extLst>
          </p:cNvPr>
          <p:cNvSpPr>
            <a:spLocks xmlns:a="http://schemas.openxmlformats.org/drawingml/2006/main" noGrp="1"/>
          </p:cNvSpPr>
          <p:nvPr/>
        </p:nvSpPr>
        <p:spPr>
          <a:xfrm xmlns:a="http://schemas.openxmlformats.org/drawingml/2006/main">
            <a:off x="609600" y="20097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646464"/>
                </a:solidFill>
              </a:defRPr>
            </a:defPPr>
            <a:lvl1pPr>
              <a:defRPr sz="1875" b="0">
                <a:solidFill>
                  <a:srgbClr val="646464"/>
                </a:solidFill>
              </a:defRPr>
            </a:lvl1pPr>
            <a:lvl2pPr>
              <a:defRPr sz="1875" b="0">
                <a:solidFill>
                  <a:srgbClr val="646464"/>
                </a:solidFill>
              </a:defRPr>
            </a:lvl2pPr>
            <a:lvl3pPr>
              <a:defRPr sz="1875" b="0">
                <a:solidFill>
                  <a:srgbClr val="646464"/>
                </a:solidFill>
              </a:defRPr>
            </a:lvl3pPr>
            <a:lvl4pPr>
              <a:defRPr sz="1875" b="0">
                <a:solidFill>
                  <a:srgbClr val="646464"/>
                </a:solidFill>
              </a:defRPr>
            </a:lvl4pPr>
            <a:lvl5pPr>
              <a:defRPr sz="1875" b="0">
                <a:solidFill>
                  <a:srgbClr val="646464"/>
                </a:solidFill>
              </a:defRPr>
            </a:lvl5pPr>
            <a:lvl6pPr>
              <a:defRPr sz="1875" b="0">
                <a:solidFill>
                  <a:srgbClr val="646464"/>
                </a:solidFill>
              </a:defRPr>
            </a:lvl6pPr>
            <a:lvl7pPr>
              <a:defRPr sz="1875" b="0">
                <a:solidFill>
                  <a:srgbClr val="646464"/>
                </a:solidFill>
              </a:defRPr>
            </a:lvl7pPr>
            <a:lvl8pPr>
              <a:defRPr sz="1875" b="0">
                <a:solidFill>
                  <a:srgbClr val="646464"/>
                </a:solidFill>
              </a:defRPr>
            </a:lvl8pPr>
            <a:lvl9pPr>
              <a:defRPr sz="1875" b="0">
                <a:solidFill>
                  <a:srgbClr val="646464"/>
                </a:solidFill>
              </a:defRPr>
            </a:lvl9pPr>
          </a:lstStyle>
          <a:p xmlns:a="http://schemas.openxmlformats.org/drawingml/2006/main">
            <a:pPr>
              <a:defRPr sz="1875" b="0">
                <a:solidFill>
                  <a:srgbClr val="646464"/>
                </a:solidFill>
              </a:defRPr>
            </a:pPr>
            <a:r>
              <a:rPr sz="1875" b="0">
                <a:solidFill>
                  <a:srgbClr val="646464"/>
                </a:solidFill>
              </a:rPr>
              <a:t>A fresh request. A working execution path. A live voice conversation.</a:t>
            </a:r>
          </a:p>
        </p:txBody>
      </p:sp>
      <p:sp>
        <p:nvSpPr>
          <p:cNvPr id="9" name="demo-step-0">
            <a:extLst xmlns:a="http://schemas.openxmlformats.org/drawingml/2006/main">
              <a:ext uri="{FF2B5EF4-FFF2-40B4-BE49-F238E27FC236}">
                <a16:creationId xmlns:a16="http://schemas.microsoft.com/office/drawing/2014/main" id="{B53798E9-A7DC-44C6-98FD-53DE96B96B42}"/>
              </a:ext>
            </a:extLst>
          </p:cNvPr>
          <p:cNvSpPr>
            <a:spLocks xmlns:a="http://schemas.openxmlformats.org/drawingml/2006/main" noGrp="1"/>
          </p:cNvSpPr>
          <p:nvPr/>
        </p:nvSpPr>
        <p:spPr>
          <a:xfrm xmlns:a="http://schemas.openxmlformats.org/drawingml/2006/main">
            <a:off x="609600" y="3000375"/>
            <a:ext cx="685800" cy="68580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10" name="step-number-0">
            <a:extLst xmlns:a="http://schemas.openxmlformats.org/drawingml/2006/main">
              <a:ext uri="{FF2B5EF4-FFF2-40B4-BE49-F238E27FC236}">
                <a16:creationId xmlns:a16="http://schemas.microsoft.com/office/drawing/2014/main" id="{DC62E990-41AF-4059-8777-4A1A5BDB6185}"/>
              </a:ext>
            </a:extLst>
          </p:cNvPr>
          <p:cNvSpPr>
            <a:spLocks xmlns:a="http://schemas.openxmlformats.org/drawingml/2006/main" noGrp="1"/>
          </p:cNvSpPr>
          <p:nvPr/>
        </p:nvSpPr>
        <p:spPr>
          <a:xfrm xmlns:a="http://schemas.openxmlformats.org/drawingml/2006/main">
            <a:off x="752475" y="3181350"/>
            <a:ext cx="457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FFFFFF"/>
                </a:solidFill>
              </a:defRPr>
            </a:defPPr>
            <a:lvl1pPr>
              <a:defRPr sz="1950" b="1">
                <a:solidFill>
                  <a:srgbClr val="FFFFFF"/>
                </a:solidFill>
              </a:defRPr>
            </a:lvl1pPr>
            <a:lvl2pPr>
              <a:defRPr sz="1950" b="1">
                <a:solidFill>
                  <a:srgbClr val="FFFFFF"/>
                </a:solidFill>
              </a:defRPr>
            </a:lvl2pPr>
            <a:lvl3pPr>
              <a:defRPr sz="1950" b="1">
                <a:solidFill>
                  <a:srgbClr val="FFFFFF"/>
                </a:solidFill>
              </a:defRPr>
            </a:lvl3pPr>
            <a:lvl4pPr>
              <a:defRPr sz="1950" b="1">
                <a:solidFill>
                  <a:srgbClr val="FFFFFF"/>
                </a:solidFill>
              </a:defRPr>
            </a:lvl4pPr>
            <a:lvl5pPr>
              <a:defRPr sz="1950" b="1">
                <a:solidFill>
                  <a:srgbClr val="FFFFFF"/>
                </a:solidFill>
              </a:defRPr>
            </a:lvl5pPr>
            <a:lvl6pPr>
              <a:defRPr sz="1950" b="1">
                <a:solidFill>
                  <a:srgbClr val="FFFFFF"/>
                </a:solidFill>
              </a:defRPr>
            </a:lvl6pPr>
            <a:lvl7pPr>
              <a:defRPr sz="1950" b="1">
                <a:solidFill>
                  <a:srgbClr val="FFFFFF"/>
                </a:solidFill>
              </a:defRPr>
            </a:lvl7pPr>
            <a:lvl8pPr>
              <a:defRPr sz="1950" b="1">
                <a:solidFill>
                  <a:srgbClr val="FFFFFF"/>
                </a:solidFill>
              </a:defRPr>
            </a:lvl8pPr>
            <a:lvl9pPr>
              <a:defRPr sz="1950" b="1">
                <a:solidFill>
                  <a:srgbClr val="FFFFFF"/>
                </a:solidFill>
              </a:defRPr>
            </a:lvl9pPr>
          </a:lstStyle>
          <a:p xmlns:a="http://schemas.openxmlformats.org/drawingml/2006/main">
            <a:pPr>
              <a:defRPr sz="1950" b="1">
                <a:solidFill>
                  <a:srgbClr val="FFFFFF"/>
                </a:solidFill>
              </a:defRPr>
            </a:pPr>
            <a:r>
              <a:rPr sz="1950" b="1">
                <a:solidFill>
                  <a:srgbClr val="FFFFFF"/>
                </a:solidFill>
              </a:rPr>
              <a:t>01</a:t>
            </a:r>
          </a:p>
        </p:txBody>
      </p:sp>
      <p:sp>
        <p:nvSpPr>
          <p:cNvPr id="11" name="step-title-0">
            <a:extLst xmlns:a="http://schemas.openxmlformats.org/drawingml/2006/main">
              <a:ext uri="{FF2B5EF4-FFF2-40B4-BE49-F238E27FC236}">
                <a16:creationId xmlns:a16="http://schemas.microsoft.com/office/drawing/2014/main" id="{6950ACC0-4112-49E5-B15F-0B85CD73FA73}"/>
              </a:ext>
            </a:extLst>
          </p:cNvPr>
          <p:cNvSpPr>
            <a:spLocks xmlns:a="http://schemas.openxmlformats.org/drawingml/2006/main" noGrp="1"/>
          </p:cNvSpPr>
          <p:nvPr/>
        </p:nvSpPr>
        <p:spPr>
          <a:xfrm xmlns:a="http://schemas.openxmlformats.org/drawingml/2006/main">
            <a:off x="609600" y="4000500"/>
            <a:ext cx="252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11111"/>
                </a:solidFill>
              </a:defRPr>
            </a:defPPr>
            <a:lvl1pPr>
              <a:defRPr sz="1950" b="1">
                <a:solidFill>
                  <a:srgbClr val="111111"/>
                </a:solidFill>
              </a:defRPr>
            </a:lvl1pPr>
            <a:lvl2pPr>
              <a:defRPr sz="1950" b="1">
                <a:solidFill>
                  <a:srgbClr val="111111"/>
                </a:solidFill>
              </a:defRPr>
            </a:lvl2pPr>
            <a:lvl3pPr>
              <a:defRPr sz="1950" b="1">
                <a:solidFill>
                  <a:srgbClr val="111111"/>
                </a:solidFill>
              </a:defRPr>
            </a:lvl3pPr>
            <a:lvl4pPr>
              <a:defRPr sz="1950" b="1">
                <a:solidFill>
                  <a:srgbClr val="111111"/>
                </a:solidFill>
              </a:defRPr>
            </a:lvl4pPr>
            <a:lvl5pPr>
              <a:defRPr sz="1950" b="1">
                <a:solidFill>
                  <a:srgbClr val="111111"/>
                </a:solidFill>
              </a:defRPr>
            </a:lvl5pPr>
            <a:lvl6pPr>
              <a:defRPr sz="1950" b="1">
                <a:solidFill>
                  <a:srgbClr val="111111"/>
                </a:solidFill>
              </a:defRPr>
            </a:lvl6pPr>
            <a:lvl7pPr>
              <a:defRPr sz="1950" b="1">
                <a:solidFill>
                  <a:srgbClr val="111111"/>
                </a:solidFill>
              </a:defRPr>
            </a:lvl7pPr>
            <a:lvl8pPr>
              <a:defRPr sz="1950" b="1">
                <a:solidFill>
                  <a:srgbClr val="111111"/>
                </a:solidFill>
              </a:defRPr>
            </a:lvl8pPr>
            <a:lvl9pPr>
              <a:defRPr sz="1950" b="1">
                <a:solidFill>
                  <a:srgbClr val="111111"/>
                </a:solidFill>
              </a:defRPr>
            </a:lvl9pPr>
          </a:lstStyle>
          <a:p xmlns:a="http://schemas.openxmlformats.org/drawingml/2006/main">
            <a:pPr>
              <a:defRPr sz="1950" b="1">
                <a:solidFill>
                  <a:srgbClr val="111111"/>
                </a:solidFill>
              </a:defRPr>
            </a:pPr>
            <a:r>
              <a:rPr sz="1950" b="1">
                <a:solidFill>
                  <a:srgbClr val="111111"/>
                </a:solidFill>
              </a:rPr>
              <a:t>Describe the work</a:t>
            </a:r>
          </a:p>
        </p:txBody>
      </p:sp>
      <p:sp>
        <p:nvSpPr>
          <p:cNvPr id="12" name="step-body-0">
            <a:extLst xmlns:a="http://schemas.openxmlformats.org/drawingml/2006/main">
              <a:ext uri="{FF2B5EF4-FFF2-40B4-BE49-F238E27FC236}">
                <a16:creationId xmlns:a16="http://schemas.microsoft.com/office/drawing/2014/main" id="{A63C34F7-A534-4A5E-A7E1-E7D1B89EF311}"/>
              </a:ext>
            </a:extLst>
          </p:cNvPr>
          <p:cNvSpPr>
            <a:spLocks xmlns:a="http://schemas.openxmlformats.org/drawingml/2006/main" noGrp="1"/>
          </p:cNvSpPr>
          <p:nvPr/>
        </p:nvSpPr>
        <p:spPr>
          <a:xfrm xmlns:a="http://schemas.openxmlformats.org/drawingml/2006/main">
            <a:off x="609600" y="4572000"/>
            <a:ext cx="2524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46464"/>
                </a:solidFill>
              </a:defRPr>
            </a:defPPr>
            <a:lvl1pPr>
              <a:defRPr sz="1725" b="0">
                <a:solidFill>
                  <a:srgbClr val="646464"/>
                </a:solidFill>
              </a:defRPr>
            </a:lvl1pPr>
            <a:lvl2pPr>
              <a:defRPr sz="1725" b="0">
                <a:solidFill>
                  <a:srgbClr val="646464"/>
                </a:solidFill>
              </a:defRPr>
            </a:lvl2pPr>
            <a:lvl3pPr>
              <a:defRPr sz="1725" b="0">
                <a:solidFill>
                  <a:srgbClr val="646464"/>
                </a:solidFill>
              </a:defRPr>
            </a:lvl3pPr>
            <a:lvl4pPr>
              <a:defRPr sz="1725" b="0">
                <a:solidFill>
                  <a:srgbClr val="646464"/>
                </a:solidFill>
              </a:defRPr>
            </a:lvl4pPr>
            <a:lvl5pPr>
              <a:defRPr sz="1725" b="0">
                <a:solidFill>
                  <a:srgbClr val="646464"/>
                </a:solidFill>
              </a:defRPr>
            </a:lvl5pPr>
            <a:lvl6pPr>
              <a:defRPr sz="1725" b="0">
                <a:solidFill>
                  <a:srgbClr val="646464"/>
                </a:solidFill>
              </a:defRPr>
            </a:lvl6pPr>
            <a:lvl7pPr>
              <a:defRPr sz="1725" b="0">
                <a:solidFill>
                  <a:srgbClr val="646464"/>
                </a:solidFill>
              </a:defRPr>
            </a:lvl7pPr>
            <a:lvl8pPr>
              <a:defRPr sz="1725" b="0">
                <a:solidFill>
                  <a:srgbClr val="646464"/>
                </a:solidFill>
              </a:defRPr>
            </a:lvl8pPr>
            <a:lvl9pPr>
              <a:defRPr sz="1725" b="0">
                <a:solidFill>
                  <a:srgbClr val="646464"/>
                </a:solidFill>
              </a:defRPr>
            </a:lvl9pPr>
          </a:lstStyle>
          <a:p xmlns:a="http://schemas.openxmlformats.org/drawingml/2006/main">
            <a:pPr>
              <a:defRPr sz="1725" b="0">
                <a:solidFill>
                  <a:srgbClr val="646464"/>
                </a:solidFill>
              </a:defRPr>
            </a:pPr>
            <a:r>
              <a:rPr sz="1725" b="0">
                <a:solidFill>
                  <a:srgbClr val="646464"/>
                </a:solidFill>
              </a:rPr>
              <a:t>Enter a task and the</a:t>
            </a:r>
          </a:p>
          <a:p xmlns:a="http://schemas.openxmlformats.org/drawingml/2006/main">
            <a:pPr>
              <a:defRPr sz="1725" b="0">
                <a:solidFill>
                  <a:srgbClr val="646464"/>
                </a:solidFill>
              </a:defRPr>
            </a:pPr>
            <a:r>
              <a:rPr sz="1725" b="0">
                <a:solidFill>
                  <a:srgbClr val="646464"/>
                </a:solidFill>
              </a:rPr>
              <a:t>result it should deliver.</a:t>
            </a:r>
          </a:p>
        </p:txBody>
      </p:sp>
      <p:sp>
        <p:nvSpPr>
          <p:cNvPr id="13" name="demo-step-1">
            <a:extLst xmlns:a="http://schemas.openxmlformats.org/drawingml/2006/main">
              <a:ext uri="{FF2B5EF4-FFF2-40B4-BE49-F238E27FC236}">
                <a16:creationId xmlns:a16="http://schemas.microsoft.com/office/drawing/2014/main" id="{69F13F2E-6BC2-4CE2-9F53-F152D35C72B8}"/>
              </a:ext>
            </a:extLst>
          </p:cNvPr>
          <p:cNvSpPr>
            <a:spLocks xmlns:a="http://schemas.openxmlformats.org/drawingml/2006/main" noGrp="1"/>
          </p:cNvSpPr>
          <p:nvPr/>
        </p:nvSpPr>
        <p:spPr>
          <a:xfrm xmlns:a="http://schemas.openxmlformats.org/drawingml/2006/main">
            <a:off x="3429000" y="3000375"/>
            <a:ext cx="685800" cy="68580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14" name="step-number-1">
            <a:extLst xmlns:a="http://schemas.openxmlformats.org/drawingml/2006/main">
              <a:ext uri="{FF2B5EF4-FFF2-40B4-BE49-F238E27FC236}">
                <a16:creationId xmlns:a16="http://schemas.microsoft.com/office/drawing/2014/main" id="{E4DA6342-DCEA-471F-8660-061E037C89D1}"/>
              </a:ext>
            </a:extLst>
          </p:cNvPr>
          <p:cNvSpPr>
            <a:spLocks xmlns:a="http://schemas.openxmlformats.org/drawingml/2006/main" noGrp="1"/>
          </p:cNvSpPr>
          <p:nvPr/>
        </p:nvSpPr>
        <p:spPr>
          <a:xfrm xmlns:a="http://schemas.openxmlformats.org/drawingml/2006/main">
            <a:off x="3571875" y="3181350"/>
            <a:ext cx="457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FFFFFF"/>
                </a:solidFill>
              </a:defRPr>
            </a:defPPr>
            <a:lvl1pPr>
              <a:defRPr sz="1950" b="1">
                <a:solidFill>
                  <a:srgbClr val="FFFFFF"/>
                </a:solidFill>
              </a:defRPr>
            </a:lvl1pPr>
            <a:lvl2pPr>
              <a:defRPr sz="1950" b="1">
                <a:solidFill>
                  <a:srgbClr val="FFFFFF"/>
                </a:solidFill>
              </a:defRPr>
            </a:lvl2pPr>
            <a:lvl3pPr>
              <a:defRPr sz="1950" b="1">
                <a:solidFill>
                  <a:srgbClr val="FFFFFF"/>
                </a:solidFill>
              </a:defRPr>
            </a:lvl3pPr>
            <a:lvl4pPr>
              <a:defRPr sz="1950" b="1">
                <a:solidFill>
                  <a:srgbClr val="FFFFFF"/>
                </a:solidFill>
              </a:defRPr>
            </a:lvl4pPr>
            <a:lvl5pPr>
              <a:defRPr sz="1950" b="1">
                <a:solidFill>
                  <a:srgbClr val="FFFFFF"/>
                </a:solidFill>
              </a:defRPr>
            </a:lvl5pPr>
            <a:lvl6pPr>
              <a:defRPr sz="1950" b="1">
                <a:solidFill>
                  <a:srgbClr val="FFFFFF"/>
                </a:solidFill>
              </a:defRPr>
            </a:lvl6pPr>
            <a:lvl7pPr>
              <a:defRPr sz="1950" b="1">
                <a:solidFill>
                  <a:srgbClr val="FFFFFF"/>
                </a:solidFill>
              </a:defRPr>
            </a:lvl7pPr>
            <a:lvl8pPr>
              <a:defRPr sz="1950" b="1">
                <a:solidFill>
                  <a:srgbClr val="FFFFFF"/>
                </a:solidFill>
              </a:defRPr>
            </a:lvl8pPr>
            <a:lvl9pPr>
              <a:defRPr sz="1950" b="1">
                <a:solidFill>
                  <a:srgbClr val="FFFFFF"/>
                </a:solidFill>
              </a:defRPr>
            </a:lvl9pPr>
          </a:lstStyle>
          <a:p xmlns:a="http://schemas.openxmlformats.org/drawingml/2006/main">
            <a:pPr>
              <a:defRPr sz="1950" b="1">
                <a:solidFill>
                  <a:srgbClr val="FFFFFF"/>
                </a:solidFill>
              </a:defRPr>
            </a:pPr>
            <a:r>
              <a:rPr sz="1950" b="1">
                <a:solidFill>
                  <a:srgbClr val="FFFFFF"/>
                </a:solidFill>
              </a:rPr>
              <a:t>02</a:t>
            </a:r>
          </a:p>
        </p:txBody>
      </p:sp>
      <p:sp>
        <p:nvSpPr>
          <p:cNvPr id="15" name="step-title-1">
            <a:extLst xmlns:a="http://schemas.openxmlformats.org/drawingml/2006/main">
              <a:ext uri="{FF2B5EF4-FFF2-40B4-BE49-F238E27FC236}">
                <a16:creationId xmlns:a16="http://schemas.microsoft.com/office/drawing/2014/main" id="{E419F2B5-E556-456E-964D-72ED6659B7AC}"/>
              </a:ext>
            </a:extLst>
          </p:cNvPr>
          <p:cNvSpPr>
            <a:spLocks xmlns:a="http://schemas.openxmlformats.org/drawingml/2006/main" noGrp="1"/>
          </p:cNvSpPr>
          <p:nvPr/>
        </p:nvSpPr>
        <p:spPr>
          <a:xfrm xmlns:a="http://schemas.openxmlformats.org/drawingml/2006/main">
            <a:off x="3429000" y="4000500"/>
            <a:ext cx="252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11111"/>
                </a:solidFill>
              </a:defRPr>
            </a:defPPr>
            <a:lvl1pPr>
              <a:defRPr sz="1950" b="1">
                <a:solidFill>
                  <a:srgbClr val="111111"/>
                </a:solidFill>
              </a:defRPr>
            </a:lvl1pPr>
            <a:lvl2pPr>
              <a:defRPr sz="1950" b="1">
                <a:solidFill>
                  <a:srgbClr val="111111"/>
                </a:solidFill>
              </a:defRPr>
            </a:lvl2pPr>
            <a:lvl3pPr>
              <a:defRPr sz="1950" b="1">
                <a:solidFill>
                  <a:srgbClr val="111111"/>
                </a:solidFill>
              </a:defRPr>
            </a:lvl3pPr>
            <a:lvl4pPr>
              <a:defRPr sz="1950" b="1">
                <a:solidFill>
                  <a:srgbClr val="111111"/>
                </a:solidFill>
              </a:defRPr>
            </a:lvl4pPr>
            <a:lvl5pPr>
              <a:defRPr sz="1950" b="1">
                <a:solidFill>
                  <a:srgbClr val="111111"/>
                </a:solidFill>
              </a:defRPr>
            </a:lvl5pPr>
            <a:lvl6pPr>
              <a:defRPr sz="1950" b="1">
                <a:solidFill>
                  <a:srgbClr val="111111"/>
                </a:solidFill>
              </a:defRPr>
            </a:lvl6pPr>
            <a:lvl7pPr>
              <a:defRPr sz="1950" b="1">
                <a:solidFill>
                  <a:srgbClr val="111111"/>
                </a:solidFill>
              </a:defRPr>
            </a:lvl7pPr>
            <a:lvl8pPr>
              <a:defRPr sz="1950" b="1">
                <a:solidFill>
                  <a:srgbClr val="111111"/>
                </a:solidFill>
              </a:defRPr>
            </a:lvl8pPr>
            <a:lvl9pPr>
              <a:defRPr sz="1950" b="1">
                <a:solidFill>
                  <a:srgbClr val="111111"/>
                </a:solidFill>
              </a:defRPr>
            </a:lvl9pPr>
          </a:lstStyle>
          <a:p xmlns:a="http://schemas.openxmlformats.org/drawingml/2006/main">
            <a:pPr>
              <a:defRPr sz="1950" b="1">
                <a:solidFill>
                  <a:srgbClr val="111111"/>
                </a:solidFill>
              </a:defRPr>
            </a:pPr>
            <a:r>
              <a:rPr sz="1950" b="1">
                <a:solidFill>
                  <a:srgbClr val="111111"/>
                </a:solidFill>
              </a:rPr>
              <a:t>Inspect the plan</a:t>
            </a:r>
          </a:p>
        </p:txBody>
      </p:sp>
      <p:sp>
        <p:nvSpPr>
          <p:cNvPr id="16" name="step-body-1">
            <a:extLst xmlns:a="http://schemas.openxmlformats.org/drawingml/2006/main">
              <a:ext uri="{FF2B5EF4-FFF2-40B4-BE49-F238E27FC236}">
                <a16:creationId xmlns:a16="http://schemas.microsoft.com/office/drawing/2014/main" id="{E69591B9-6D80-49DD-A0E1-85552AD0B1CE}"/>
              </a:ext>
            </a:extLst>
          </p:cNvPr>
          <p:cNvSpPr>
            <a:spLocks xmlns:a="http://schemas.openxmlformats.org/drawingml/2006/main" noGrp="1"/>
          </p:cNvSpPr>
          <p:nvPr/>
        </p:nvSpPr>
        <p:spPr>
          <a:xfrm xmlns:a="http://schemas.openxmlformats.org/drawingml/2006/main">
            <a:off x="3429000" y="4572000"/>
            <a:ext cx="2524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46464"/>
                </a:solidFill>
              </a:defRPr>
            </a:defPPr>
            <a:lvl1pPr>
              <a:defRPr sz="1725" b="0">
                <a:solidFill>
                  <a:srgbClr val="646464"/>
                </a:solidFill>
              </a:defRPr>
            </a:lvl1pPr>
            <a:lvl2pPr>
              <a:defRPr sz="1725" b="0">
                <a:solidFill>
                  <a:srgbClr val="646464"/>
                </a:solidFill>
              </a:defRPr>
            </a:lvl2pPr>
            <a:lvl3pPr>
              <a:defRPr sz="1725" b="0">
                <a:solidFill>
                  <a:srgbClr val="646464"/>
                </a:solidFill>
              </a:defRPr>
            </a:lvl3pPr>
            <a:lvl4pPr>
              <a:defRPr sz="1725" b="0">
                <a:solidFill>
                  <a:srgbClr val="646464"/>
                </a:solidFill>
              </a:defRPr>
            </a:lvl4pPr>
            <a:lvl5pPr>
              <a:defRPr sz="1725" b="0">
                <a:solidFill>
                  <a:srgbClr val="646464"/>
                </a:solidFill>
              </a:defRPr>
            </a:lvl5pPr>
            <a:lvl6pPr>
              <a:defRPr sz="1725" b="0">
                <a:solidFill>
                  <a:srgbClr val="646464"/>
                </a:solidFill>
              </a:defRPr>
            </a:lvl6pPr>
            <a:lvl7pPr>
              <a:defRPr sz="1725" b="0">
                <a:solidFill>
                  <a:srgbClr val="646464"/>
                </a:solidFill>
              </a:defRPr>
            </a:lvl7pPr>
            <a:lvl8pPr>
              <a:defRPr sz="1725" b="0">
                <a:solidFill>
                  <a:srgbClr val="646464"/>
                </a:solidFill>
              </a:defRPr>
            </a:lvl8pPr>
            <a:lvl9pPr>
              <a:defRPr sz="1725" b="0">
                <a:solidFill>
                  <a:srgbClr val="646464"/>
                </a:solidFill>
              </a:defRPr>
            </a:lvl9pPr>
          </a:lstStyle>
          <a:p xmlns:a="http://schemas.openxmlformats.org/drawingml/2006/main">
            <a:pPr>
              <a:defRPr sz="1725" b="0">
                <a:solidFill>
                  <a:srgbClr val="646464"/>
                </a:solidFill>
              </a:defRPr>
            </a:pPr>
            <a:r>
              <a:rPr sz="1725" b="0">
                <a:solidFill>
                  <a:srgbClr val="646464"/>
                </a:solidFill>
              </a:rPr>
              <a:t>See the chosen inputs,</a:t>
            </a:r>
          </a:p>
          <a:p xmlns:a="http://schemas.openxmlformats.org/drawingml/2006/main">
            <a:pPr>
              <a:defRPr sz="1725" b="0">
                <a:solidFill>
                  <a:srgbClr val="646464"/>
                </a:solidFill>
              </a:defRPr>
            </a:pPr>
            <a:r>
              <a:rPr sz="1725" b="0">
                <a:solidFill>
                  <a:srgbClr val="646464"/>
                </a:solidFill>
              </a:rPr>
              <a:t>modules and dependencies.</a:t>
            </a:r>
          </a:p>
        </p:txBody>
      </p:sp>
      <p:sp>
        <p:nvSpPr>
          <p:cNvPr id="17" name="demo-step-2">
            <a:extLst xmlns:a="http://schemas.openxmlformats.org/drawingml/2006/main">
              <a:ext uri="{FF2B5EF4-FFF2-40B4-BE49-F238E27FC236}">
                <a16:creationId xmlns:a16="http://schemas.microsoft.com/office/drawing/2014/main" id="{1E3FD7A0-FD15-4868-A1C8-709FDBD5B130}"/>
              </a:ext>
            </a:extLst>
          </p:cNvPr>
          <p:cNvSpPr>
            <a:spLocks xmlns:a="http://schemas.openxmlformats.org/drawingml/2006/main" noGrp="1"/>
          </p:cNvSpPr>
          <p:nvPr/>
        </p:nvSpPr>
        <p:spPr>
          <a:xfrm xmlns:a="http://schemas.openxmlformats.org/drawingml/2006/main">
            <a:off x="6248400" y="3000375"/>
            <a:ext cx="685800" cy="685800"/>
          </a:xfrm>
          <a:prstGeom xmlns:a="http://schemas.openxmlformats.org/drawingml/2006/main" prst="ellipse">
            <a:avLst/>
          </a:prstGeom>
          <a:solidFill xmlns:a="http://schemas.openxmlformats.org/drawingml/2006/main">
            <a:srgbClr val="F25037"/>
          </a:solidFill>
          <a:ln xmlns:a="http://schemas.openxmlformats.org/drawingml/2006/main" w="9525">
            <a:solidFill>
              <a:srgbClr val="F25037"/>
            </a:solidFill>
            <a:prstDash val="solid"/>
          </a:ln>
        </p:spPr>
      </p:sp>
      <p:sp>
        <p:nvSpPr>
          <p:cNvPr id="18" name="step-number-2">
            <a:extLst xmlns:a="http://schemas.openxmlformats.org/drawingml/2006/main">
              <a:ext uri="{FF2B5EF4-FFF2-40B4-BE49-F238E27FC236}">
                <a16:creationId xmlns:a16="http://schemas.microsoft.com/office/drawing/2014/main" id="{5A63ED33-F871-4B1B-A38D-7AC8EB423760}"/>
              </a:ext>
            </a:extLst>
          </p:cNvPr>
          <p:cNvSpPr>
            <a:spLocks xmlns:a="http://schemas.openxmlformats.org/drawingml/2006/main" noGrp="1"/>
          </p:cNvSpPr>
          <p:nvPr/>
        </p:nvSpPr>
        <p:spPr>
          <a:xfrm xmlns:a="http://schemas.openxmlformats.org/drawingml/2006/main">
            <a:off x="6391275" y="3181350"/>
            <a:ext cx="457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FFFFFF"/>
                </a:solidFill>
              </a:defRPr>
            </a:defPPr>
            <a:lvl1pPr>
              <a:defRPr sz="1950" b="1">
                <a:solidFill>
                  <a:srgbClr val="FFFFFF"/>
                </a:solidFill>
              </a:defRPr>
            </a:lvl1pPr>
            <a:lvl2pPr>
              <a:defRPr sz="1950" b="1">
                <a:solidFill>
                  <a:srgbClr val="FFFFFF"/>
                </a:solidFill>
              </a:defRPr>
            </a:lvl2pPr>
            <a:lvl3pPr>
              <a:defRPr sz="1950" b="1">
                <a:solidFill>
                  <a:srgbClr val="FFFFFF"/>
                </a:solidFill>
              </a:defRPr>
            </a:lvl3pPr>
            <a:lvl4pPr>
              <a:defRPr sz="1950" b="1">
                <a:solidFill>
                  <a:srgbClr val="FFFFFF"/>
                </a:solidFill>
              </a:defRPr>
            </a:lvl4pPr>
            <a:lvl5pPr>
              <a:defRPr sz="1950" b="1">
                <a:solidFill>
                  <a:srgbClr val="FFFFFF"/>
                </a:solidFill>
              </a:defRPr>
            </a:lvl5pPr>
            <a:lvl6pPr>
              <a:defRPr sz="1950" b="1">
                <a:solidFill>
                  <a:srgbClr val="FFFFFF"/>
                </a:solidFill>
              </a:defRPr>
            </a:lvl6pPr>
            <a:lvl7pPr>
              <a:defRPr sz="1950" b="1">
                <a:solidFill>
                  <a:srgbClr val="FFFFFF"/>
                </a:solidFill>
              </a:defRPr>
            </a:lvl7pPr>
            <a:lvl8pPr>
              <a:defRPr sz="1950" b="1">
                <a:solidFill>
                  <a:srgbClr val="FFFFFF"/>
                </a:solidFill>
              </a:defRPr>
            </a:lvl8pPr>
            <a:lvl9pPr>
              <a:defRPr sz="1950" b="1">
                <a:solidFill>
                  <a:srgbClr val="FFFFFF"/>
                </a:solidFill>
              </a:defRPr>
            </a:lvl9pPr>
          </a:lstStyle>
          <a:p xmlns:a="http://schemas.openxmlformats.org/drawingml/2006/main">
            <a:pPr>
              <a:defRPr sz="1950" b="1">
                <a:solidFill>
                  <a:srgbClr val="FFFFFF"/>
                </a:solidFill>
              </a:defRPr>
            </a:pPr>
            <a:r>
              <a:rPr sz="1950" b="1">
                <a:solidFill>
                  <a:srgbClr val="FFFFFF"/>
                </a:solidFill>
              </a:rPr>
              <a:t>03</a:t>
            </a:r>
          </a:p>
        </p:txBody>
      </p:sp>
      <p:sp>
        <p:nvSpPr>
          <p:cNvPr id="19" name="step-title-2">
            <a:extLst xmlns:a="http://schemas.openxmlformats.org/drawingml/2006/main">
              <a:ext uri="{FF2B5EF4-FFF2-40B4-BE49-F238E27FC236}">
                <a16:creationId xmlns:a16="http://schemas.microsoft.com/office/drawing/2014/main" id="{1ED93FAA-B8D8-4003-9E0B-D6CDB7FD0F99}"/>
              </a:ext>
            </a:extLst>
          </p:cNvPr>
          <p:cNvSpPr>
            <a:spLocks xmlns:a="http://schemas.openxmlformats.org/drawingml/2006/main" noGrp="1"/>
          </p:cNvSpPr>
          <p:nvPr/>
        </p:nvSpPr>
        <p:spPr>
          <a:xfrm xmlns:a="http://schemas.openxmlformats.org/drawingml/2006/main">
            <a:off x="6248400" y="4000500"/>
            <a:ext cx="252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11111"/>
                </a:solidFill>
              </a:defRPr>
            </a:defPPr>
            <a:lvl1pPr>
              <a:defRPr sz="1950" b="1">
                <a:solidFill>
                  <a:srgbClr val="111111"/>
                </a:solidFill>
              </a:defRPr>
            </a:lvl1pPr>
            <a:lvl2pPr>
              <a:defRPr sz="1950" b="1">
                <a:solidFill>
                  <a:srgbClr val="111111"/>
                </a:solidFill>
              </a:defRPr>
            </a:lvl2pPr>
            <a:lvl3pPr>
              <a:defRPr sz="1950" b="1">
                <a:solidFill>
                  <a:srgbClr val="111111"/>
                </a:solidFill>
              </a:defRPr>
            </a:lvl3pPr>
            <a:lvl4pPr>
              <a:defRPr sz="1950" b="1">
                <a:solidFill>
                  <a:srgbClr val="111111"/>
                </a:solidFill>
              </a:defRPr>
            </a:lvl4pPr>
            <a:lvl5pPr>
              <a:defRPr sz="1950" b="1">
                <a:solidFill>
                  <a:srgbClr val="111111"/>
                </a:solidFill>
              </a:defRPr>
            </a:lvl5pPr>
            <a:lvl6pPr>
              <a:defRPr sz="1950" b="1">
                <a:solidFill>
                  <a:srgbClr val="111111"/>
                </a:solidFill>
              </a:defRPr>
            </a:lvl6pPr>
            <a:lvl7pPr>
              <a:defRPr sz="1950" b="1">
                <a:solidFill>
                  <a:srgbClr val="111111"/>
                </a:solidFill>
              </a:defRPr>
            </a:lvl7pPr>
            <a:lvl8pPr>
              <a:defRPr sz="1950" b="1">
                <a:solidFill>
                  <a:srgbClr val="111111"/>
                </a:solidFill>
              </a:defRPr>
            </a:lvl8pPr>
            <a:lvl9pPr>
              <a:defRPr sz="1950" b="1">
                <a:solidFill>
                  <a:srgbClr val="111111"/>
                </a:solidFill>
              </a:defRPr>
            </a:lvl9pPr>
          </a:lstStyle>
          <a:p xmlns:a="http://schemas.openxmlformats.org/drawingml/2006/main">
            <a:pPr>
              <a:defRPr sz="1950" b="1">
                <a:solidFill>
                  <a:srgbClr val="111111"/>
                </a:solidFill>
              </a:defRPr>
            </a:pPr>
            <a:r>
              <a:rPr sz="1950" b="1">
                <a:solidFill>
                  <a:srgbClr val="111111"/>
                </a:solidFill>
              </a:rPr>
              <a:t>Run the backend</a:t>
            </a:r>
          </a:p>
        </p:txBody>
      </p:sp>
      <p:sp>
        <p:nvSpPr>
          <p:cNvPr id="20" name="step-body-2">
            <a:extLst xmlns:a="http://schemas.openxmlformats.org/drawingml/2006/main">
              <a:ext uri="{FF2B5EF4-FFF2-40B4-BE49-F238E27FC236}">
                <a16:creationId xmlns:a16="http://schemas.microsoft.com/office/drawing/2014/main" id="{BA737A23-20DF-4753-9D95-0D9224A14C85}"/>
              </a:ext>
            </a:extLst>
          </p:cNvPr>
          <p:cNvSpPr>
            <a:spLocks xmlns:a="http://schemas.openxmlformats.org/drawingml/2006/main" noGrp="1"/>
          </p:cNvSpPr>
          <p:nvPr/>
        </p:nvSpPr>
        <p:spPr>
          <a:xfrm xmlns:a="http://schemas.openxmlformats.org/drawingml/2006/main">
            <a:off x="6248400" y="4572000"/>
            <a:ext cx="2524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46464"/>
                </a:solidFill>
              </a:defRPr>
            </a:defPPr>
            <a:lvl1pPr>
              <a:defRPr sz="1725" b="0">
                <a:solidFill>
                  <a:srgbClr val="646464"/>
                </a:solidFill>
              </a:defRPr>
            </a:lvl1pPr>
            <a:lvl2pPr>
              <a:defRPr sz="1725" b="0">
                <a:solidFill>
                  <a:srgbClr val="646464"/>
                </a:solidFill>
              </a:defRPr>
            </a:lvl2pPr>
            <a:lvl3pPr>
              <a:defRPr sz="1725" b="0">
                <a:solidFill>
                  <a:srgbClr val="646464"/>
                </a:solidFill>
              </a:defRPr>
            </a:lvl3pPr>
            <a:lvl4pPr>
              <a:defRPr sz="1725" b="0">
                <a:solidFill>
                  <a:srgbClr val="646464"/>
                </a:solidFill>
              </a:defRPr>
            </a:lvl4pPr>
            <a:lvl5pPr>
              <a:defRPr sz="1725" b="0">
                <a:solidFill>
                  <a:srgbClr val="646464"/>
                </a:solidFill>
              </a:defRPr>
            </a:lvl5pPr>
            <a:lvl6pPr>
              <a:defRPr sz="1725" b="0">
                <a:solidFill>
                  <a:srgbClr val="646464"/>
                </a:solidFill>
              </a:defRPr>
            </a:lvl6pPr>
            <a:lvl7pPr>
              <a:defRPr sz="1725" b="0">
                <a:solidFill>
                  <a:srgbClr val="646464"/>
                </a:solidFill>
              </a:defRPr>
            </a:lvl7pPr>
            <a:lvl8pPr>
              <a:defRPr sz="1725" b="0">
                <a:solidFill>
                  <a:srgbClr val="646464"/>
                </a:solidFill>
              </a:defRPr>
            </a:lvl8pPr>
            <a:lvl9pPr>
              <a:defRPr sz="1725" b="0">
                <a:solidFill>
                  <a:srgbClr val="646464"/>
                </a:solidFill>
              </a:defRPr>
            </a:lvl9pPr>
          </a:lstStyle>
          <a:p xmlns:a="http://schemas.openxmlformats.org/drawingml/2006/main">
            <a:pPr>
              <a:defRPr sz="1725" b="0">
                <a:solidFill>
                  <a:srgbClr val="646464"/>
                </a:solidFill>
              </a:defRPr>
            </a:pPr>
            <a:r>
              <a:rPr sz="1725" b="0">
                <a:solidFill>
                  <a:srgbClr val="646464"/>
                </a:solidFill>
              </a:rPr>
              <a:t>Compare tool results</a:t>
            </a:r>
          </a:p>
          <a:p xmlns:a="http://schemas.openxmlformats.org/drawingml/2006/main">
            <a:pPr>
              <a:defRPr sz="1725" b="0">
                <a:solidFill>
                  <a:srgbClr val="646464"/>
                </a:solidFill>
              </a:defRPr>
            </a:pPr>
            <a:r>
              <a:rPr sz="1725" b="0">
                <a:solidFill>
                  <a:srgbClr val="646464"/>
                </a:solidFill>
              </a:rPr>
              <a:t>with known answers.</a:t>
            </a:r>
          </a:p>
        </p:txBody>
      </p:sp>
      <p:sp>
        <p:nvSpPr>
          <p:cNvPr id="21" name="demo-step-3">
            <a:extLst xmlns:a="http://schemas.openxmlformats.org/drawingml/2006/main">
              <a:ext uri="{FF2B5EF4-FFF2-40B4-BE49-F238E27FC236}">
                <a16:creationId xmlns:a16="http://schemas.microsoft.com/office/drawing/2014/main" id="{AA09A7CE-FAF5-41E5-A016-D63DBA18DE4F}"/>
              </a:ext>
            </a:extLst>
          </p:cNvPr>
          <p:cNvSpPr>
            <a:spLocks xmlns:a="http://schemas.openxmlformats.org/drawingml/2006/main" noGrp="1"/>
          </p:cNvSpPr>
          <p:nvPr/>
        </p:nvSpPr>
        <p:spPr>
          <a:xfrm xmlns:a="http://schemas.openxmlformats.org/drawingml/2006/main">
            <a:off x="9067800" y="3000375"/>
            <a:ext cx="685800" cy="68580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22" name="step-number-3">
            <a:extLst xmlns:a="http://schemas.openxmlformats.org/drawingml/2006/main">
              <a:ext uri="{FF2B5EF4-FFF2-40B4-BE49-F238E27FC236}">
                <a16:creationId xmlns:a16="http://schemas.microsoft.com/office/drawing/2014/main" id="{76AB471B-CA34-4195-A3B5-0946DF43A152}"/>
              </a:ext>
            </a:extLst>
          </p:cNvPr>
          <p:cNvSpPr>
            <a:spLocks xmlns:a="http://schemas.openxmlformats.org/drawingml/2006/main" noGrp="1"/>
          </p:cNvSpPr>
          <p:nvPr/>
        </p:nvSpPr>
        <p:spPr>
          <a:xfrm xmlns:a="http://schemas.openxmlformats.org/drawingml/2006/main">
            <a:off x="9210675" y="3181350"/>
            <a:ext cx="457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FFFFFF"/>
                </a:solidFill>
              </a:defRPr>
            </a:defPPr>
            <a:lvl1pPr>
              <a:defRPr sz="1950" b="1">
                <a:solidFill>
                  <a:srgbClr val="FFFFFF"/>
                </a:solidFill>
              </a:defRPr>
            </a:lvl1pPr>
            <a:lvl2pPr>
              <a:defRPr sz="1950" b="1">
                <a:solidFill>
                  <a:srgbClr val="FFFFFF"/>
                </a:solidFill>
              </a:defRPr>
            </a:lvl2pPr>
            <a:lvl3pPr>
              <a:defRPr sz="1950" b="1">
                <a:solidFill>
                  <a:srgbClr val="FFFFFF"/>
                </a:solidFill>
              </a:defRPr>
            </a:lvl3pPr>
            <a:lvl4pPr>
              <a:defRPr sz="1950" b="1">
                <a:solidFill>
                  <a:srgbClr val="FFFFFF"/>
                </a:solidFill>
              </a:defRPr>
            </a:lvl4pPr>
            <a:lvl5pPr>
              <a:defRPr sz="1950" b="1">
                <a:solidFill>
                  <a:srgbClr val="FFFFFF"/>
                </a:solidFill>
              </a:defRPr>
            </a:lvl5pPr>
            <a:lvl6pPr>
              <a:defRPr sz="1950" b="1">
                <a:solidFill>
                  <a:srgbClr val="FFFFFF"/>
                </a:solidFill>
              </a:defRPr>
            </a:lvl6pPr>
            <a:lvl7pPr>
              <a:defRPr sz="1950" b="1">
                <a:solidFill>
                  <a:srgbClr val="FFFFFF"/>
                </a:solidFill>
              </a:defRPr>
            </a:lvl7pPr>
            <a:lvl8pPr>
              <a:defRPr sz="1950" b="1">
                <a:solidFill>
                  <a:srgbClr val="FFFFFF"/>
                </a:solidFill>
              </a:defRPr>
            </a:lvl8pPr>
            <a:lvl9pPr>
              <a:defRPr sz="1950" b="1">
                <a:solidFill>
                  <a:srgbClr val="FFFFFF"/>
                </a:solidFill>
              </a:defRPr>
            </a:lvl9pPr>
          </a:lstStyle>
          <a:p xmlns:a="http://schemas.openxmlformats.org/drawingml/2006/main">
            <a:pPr>
              <a:defRPr sz="1950" b="1">
                <a:solidFill>
                  <a:srgbClr val="FFFFFF"/>
                </a:solidFill>
              </a:defRPr>
            </a:pPr>
            <a:r>
              <a:rPr sz="1950" b="1">
                <a:solidFill>
                  <a:srgbClr val="FFFFFF"/>
                </a:solidFill>
              </a:rPr>
              <a:t>04</a:t>
            </a:r>
          </a:p>
        </p:txBody>
      </p:sp>
      <p:sp>
        <p:nvSpPr>
          <p:cNvPr id="23" name="step-title-3">
            <a:extLst xmlns:a="http://schemas.openxmlformats.org/drawingml/2006/main">
              <a:ext uri="{FF2B5EF4-FFF2-40B4-BE49-F238E27FC236}">
                <a16:creationId xmlns:a16="http://schemas.microsoft.com/office/drawing/2014/main" id="{346FD7D4-CB7B-4A5B-A235-B5E0F277F2A8}"/>
              </a:ext>
            </a:extLst>
          </p:cNvPr>
          <p:cNvSpPr>
            <a:spLocks xmlns:a="http://schemas.openxmlformats.org/drawingml/2006/main" noGrp="1"/>
          </p:cNvSpPr>
          <p:nvPr/>
        </p:nvSpPr>
        <p:spPr>
          <a:xfrm xmlns:a="http://schemas.openxmlformats.org/drawingml/2006/main">
            <a:off x="9067800" y="4000500"/>
            <a:ext cx="252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11111"/>
                </a:solidFill>
              </a:defRPr>
            </a:defPPr>
            <a:lvl1pPr>
              <a:defRPr sz="1950" b="1">
                <a:solidFill>
                  <a:srgbClr val="111111"/>
                </a:solidFill>
              </a:defRPr>
            </a:lvl1pPr>
            <a:lvl2pPr>
              <a:defRPr sz="1950" b="1">
                <a:solidFill>
                  <a:srgbClr val="111111"/>
                </a:solidFill>
              </a:defRPr>
            </a:lvl2pPr>
            <a:lvl3pPr>
              <a:defRPr sz="1950" b="1">
                <a:solidFill>
                  <a:srgbClr val="111111"/>
                </a:solidFill>
              </a:defRPr>
            </a:lvl3pPr>
            <a:lvl4pPr>
              <a:defRPr sz="1950" b="1">
                <a:solidFill>
                  <a:srgbClr val="111111"/>
                </a:solidFill>
              </a:defRPr>
            </a:lvl4pPr>
            <a:lvl5pPr>
              <a:defRPr sz="1950" b="1">
                <a:solidFill>
                  <a:srgbClr val="111111"/>
                </a:solidFill>
              </a:defRPr>
            </a:lvl5pPr>
            <a:lvl6pPr>
              <a:defRPr sz="1950" b="1">
                <a:solidFill>
                  <a:srgbClr val="111111"/>
                </a:solidFill>
              </a:defRPr>
            </a:lvl6pPr>
            <a:lvl7pPr>
              <a:defRPr sz="1950" b="1">
                <a:solidFill>
                  <a:srgbClr val="111111"/>
                </a:solidFill>
              </a:defRPr>
            </a:lvl7pPr>
            <a:lvl8pPr>
              <a:defRPr sz="1950" b="1">
                <a:solidFill>
                  <a:srgbClr val="111111"/>
                </a:solidFill>
              </a:defRPr>
            </a:lvl8pPr>
            <a:lvl9pPr>
              <a:defRPr sz="1950" b="1">
                <a:solidFill>
                  <a:srgbClr val="111111"/>
                </a:solidFill>
              </a:defRPr>
            </a:lvl9pPr>
          </a:lstStyle>
          <a:p xmlns:a="http://schemas.openxmlformats.org/drawingml/2006/main">
            <a:pPr>
              <a:defRPr sz="1950" b="1">
                <a:solidFill>
                  <a:srgbClr val="111111"/>
                </a:solidFill>
              </a:defRPr>
            </a:pPr>
            <a:r>
              <a:rPr sz="1950" b="1">
                <a:solidFill>
                  <a:srgbClr val="111111"/>
                </a:solidFill>
              </a:rPr>
              <a:t>Talk and publish</a:t>
            </a:r>
          </a:p>
        </p:txBody>
      </p:sp>
      <p:sp>
        <p:nvSpPr>
          <p:cNvPr id="24" name="step-body-3">
            <a:extLst xmlns:a="http://schemas.openxmlformats.org/drawingml/2006/main">
              <a:ext uri="{FF2B5EF4-FFF2-40B4-BE49-F238E27FC236}">
                <a16:creationId xmlns:a16="http://schemas.microsoft.com/office/drawing/2014/main" id="{FAB16824-5881-403C-B7C9-619C1DD6C07F}"/>
              </a:ext>
            </a:extLst>
          </p:cNvPr>
          <p:cNvSpPr>
            <a:spLocks xmlns:a="http://schemas.openxmlformats.org/drawingml/2006/main" noGrp="1"/>
          </p:cNvSpPr>
          <p:nvPr/>
        </p:nvSpPr>
        <p:spPr>
          <a:xfrm xmlns:a="http://schemas.openxmlformats.org/drawingml/2006/main">
            <a:off x="9067800" y="4572000"/>
            <a:ext cx="2524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46464"/>
                </a:solidFill>
              </a:defRPr>
            </a:defPPr>
            <a:lvl1pPr>
              <a:defRPr sz="1725" b="0">
                <a:solidFill>
                  <a:srgbClr val="646464"/>
                </a:solidFill>
              </a:defRPr>
            </a:lvl1pPr>
            <a:lvl2pPr>
              <a:defRPr sz="1725" b="0">
                <a:solidFill>
                  <a:srgbClr val="646464"/>
                </a:solidFill>
              </a:defRPr>
            </a:lvl2pPr>
            <a:lvl3pPr>
              <a:defRPr sz="1725" b="0">
                <a:solidFill>
                  <a:srgbClr val="646464"/>
                </a:solidFill>
              </a:defRPr>
            </a:lvl3pPr>
            <a:lvl4pPr>
              <a:defRPr sz="1725" b="0">
                <a:solidFill>
                  <a:srgbClr val="646464"/>
                </a:solidFill>
              </a:defRPr>
            </a:lvl4pPr>
            <a:lvl5pPr>
              <a:defRPr sz="1725" b="0">
                <a:solidFill>
                  <a:srgbClr val="646464"/>
                </a:solidFill>
              </a:defRPr>
            </a:lvl5pPr>
            <a:lvl6pPr>
              <a:defRPr sz="1725" b="0">
                <a:solidFill>
                  <a:srgbClr val="646464"/>
                </a:solidFill>
              </a:defRPr>
            </a:lvl6pPr>
            <a:lvl7pPr>
              <a:defRPr sz="1725" b="0">
                <a:solidFill>
                  <a:srgbClr val="646464"/>
                </a:solidFill>
              </a:defRPr>
            </a:lvl7pPr>
            <a:lvl8pPr>
              <a:defRPr sz="1725" b="0">
                <a:solidFill>
                  <a:srgbClr val="646464"/>
                </a:solidFill>
              </a:defRPr>
            </a:lvl8pPr>
            <a:lvl9pPr>
              <a:defRPr sz="1725" b="0">
                <a:solidFill>
                  <a:srgbClr val="646464"/>
                </a:solidFill>
              </a:defRPr>
            </a:lvl9pPr>
          </a:lstStyle>
          <a:p xmlns:a="http://schemas.openxmlformats.org/drawingml/2006/main">
            <a:pPr>
              <a:defRPr sz="1725" b="0">
                <a:solidFill>
                  <a:srgbClr val="646464"/>
                </a:solidFill>
              </a:defRPr>
            </a:pPr>
            <a:r>
              <a:rPr sz="1725" b="0">
                <a:solidFill>
                  <a:srgbClr val="646464"/>
                </a:solidFill>
              </a:rPr>
              <a:t>Test with ElevenLabs,</a:t>
            </a:r>
          </a:p>
          <a:p xmlns:a="http://schemas.openxmlformats.org/drawingml/2006/main">
            <a:pPr>
              <a:defRPr sz="1725" b="0">
                <a:solidFill>
                  <a:srgbClr val="646464"/>
                </a:solidFill>
              </a:defRPr>
            </a:pPr>
            <a:r>
              <a:rPr sz="1725" b="0">
                <a:solidFill>
                  <a:srgbClr val="646464"/>
                </a:solidFill>
              </a:rPr>
              <a:t>then open the shared agent.</a:t>
            </a:r>
          </a:p>
        </p:txBody>
      </p:sp>
      <p:sp>
        <p:nvSpPr>
          <p:cNvPr id="25" name="proof">
            <a:extLst xmlns:a="http://schemas.openxmlformats.org/drawingml/2006/main">
              <a:ext uri="{FF2B5EF4-FFF2-40B4-BE49-F238E27FC236}">
                <a16:creationId xmlns:a16="http://schemas.microsoft.com/office/drawing/2014/main" id="{D2CE0145-418B-4CC3-B8AA-D2D3825AACEF}"/>
              </a:ext>
            </a:extLst>
          </p:cNvPr>
          <p:cNvSpPr>
            <a:spLocks xmlns:a="http://schemas.openxmlformats.org/drawingml/2006/main" noGrp="1"/>
          </p:cNvSpPr>
          <p:nvPr/>
        </p:nvSpPr>
        <p:spPr>
          <a:xfrm xmlns:a="http://schemas.openxmlformats.org/drawingml/2006/main">
            <a:off x="609600" y="568642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F25037"/>
                </a:solidFill>
              </a:defRPr>
            </a:defPPr>
            <a:lvl1pPr>
              <a:defRPr sz="2700" b="1">
                <a:solidFill>
                  <a:srgbClr val="F25037"/>
                </a:solidFill>
              </a:defRPr>
            </a:lvl1pPr>
            <a:lvl2pPr>
              <a:defRPr sz="2700" b="1">
                <a:solidFill>
                  <a:srgbClr val="F25037"/>
                </a:solidFill>
              </a:defRPr>
            </a:lvl2pPr>
            <a:lvl3pPr>
              <a:defRPr sz="2700" b="1">
                <a:solidFill>
                  <a:srgbClr val="F25037"/>
                </a:solidFill>
              </a:defRPr>
            </a:lvl3pPr>
            <a:lvl4pPr>
              <a:defRPr sz="2700" b="1">
                <a:solidFill>
                  <a:srgbClr val="F25037"/>
                </a:solidFill>
              </a:defRPr>
            </a:lvl4pPr>
            <a:lvl5pPr>
              <a:defRPr sz="2700" b="1">
                <a:solidFill>
                  <a:srgbClr val="F25037"/>
                </a:solidFill>
              </a:defRPr>
            </a:lvl5pPr>
            <a:lvl6pPr>
              <a:defRPr sz="2700" b="1">
                <a:solidFill>
                  <a:srgbClr val="F25037"/>
                </a:solidFill>
              </a:defRPr>
            </a:lvl6pPr>
            <a:lvl7pPr>
              <a:defRPr sz="2700" b="1">
                <a:solidFill>
                  <a:srgbClr val="F25037"/>
                </a:solidFill>
              </a:defRPr>
            </a:lvl7pPr>
            <a:lvl8pPr>
              <a:defRPr sz="2700" b="1">
                <a:solidFill>
                  <a:srgbClr val="F25037"/>
                </a:solidFill>
              </a:defRPr>
            </a:lvl8pPr>
            <a:lvl9pPr>
              <a:defRPr sz="2700" b="1">
                <a:solidFill>
                  <a:srgbClr val="F25037"/>
                </a:solidFill>
              </a:defRPr>
            </a:lvl9pPr>
          </a:lstStyle>
          <a:p xmlns:a="http://schemas.openxmlformats.org/drawingml/2006/main">
            <a:pPr>
              <a:defRPr sz="2700" b="1">
                <a:solidFill>
                  <a:srgbClr val="F25037"/>
                </a:solidFill>
              </a:defRPr>
            </a:pPr>
            <a:r>
              <a:rPr sz="2700" b="1">
                <a:solidFill>
                  <a:srgbClr val="F25037"/>
                </a:solidFill>
              </a:rPr>
              <a:t>Change the task. Watch the backend change.</a:t>
            </a:r>
          </a:p>
        </p:txBody>
      </p:sp>
      <p:sp>
        <p:nvSpPr>
          <p:cNvPr id="26" name="closing">
            <a:extLst xmlns:a="http://schemas.openxmlformats.org/drawingml/2006/main">
              <a:ext uri="{FF2B5EF4-FFF2-40B4-BE49-F238E27FC236}">
                <a16:creationId xmlns:a16="http://schemas.microsoft.com/office/drawing/2014/main" id="{980FD6D4-A30E-44F0-996B-1D221A684726}"/>
              </a:ext>
            </a:extLst>
          </p:cNvPr>
          <p:cNvSpPr>
            <a:spLocks xmlns:a="http://schemas.openxmlformats.org/drawingml/2006/main" noGrp="1"/>
          </p:cNvSpPr>
          <p:nvPr/>
        </p:nvSpPr>
        <p:spPr>
          <a:xfrm xmlns:a="http://schemas.openxmlformats.org/drawingml/2006/main">
            <a:off x="609600" y="63817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111111"/>
                </a:solidFill>
              </a:defRPr>
            </a:defPPr>
            <a:lvl1pPr>
              <a:defRPr sz="1650" b="1">
                <a:solidFill>
                  <a:srgbClr val="111111"/>
                </a:solidFill>
              </a:defRPr>
            </a:lvl1pPr>
            <a:lvl2pPr>
              <a:defRPr sz="1650" b="1">
                <a:solidFill>
                  <a:srgbClr val="111111"/>
                </a:solidFill>
              </a:defRPr>
            </a:lvl2pPr>
            <a:lvl3pPr>
              <a:defRPr sz="1650" b="1">
                <a:solidFill>
                  <a:srgbClr val="111111"/>
                </a:solidFill>
              </a:defRPr>
            </a:lvl3pPr>
            <a:lvl4pPr>
              <a:defRPr sz="1650" b="1">
                <a:solidFill>
                  <a:srgbClr val="111111"/>
                </a:solidFill>
              </a:defRPr>
            </a:lvl4pPr>
            <a:lvl5pPr>
              <a:defRPr sz="1650" b="1">
                <a:solidFill>
                  <a:srgbClr val="111111"/>
                </a:solidFill>
              </a:defRPr>
            </a:lvl5pPr>
            <a:lvl6pPr>
              <a:defRPr sz="1650" b="1">
                <a:solidFill>
                  <a:srgbClr val="111111"/>
                </a:solidFill>
              </a:defRPr>
            </a:lvl6pPr>
            <a:lvl7pPr>
              <a:defRPr sz="1650" b="1">
                <a:solidFill>
                  <a:srgbClr val="111111"/>
                </a:solidFill>
              </a:defRPr>
            </a:lvl7pPr>
            <a:lvl8pPr>
              <a:defRPr sz="1650" b="1">
                <a:solidFill>
                  <a:srgbClr val="111111"/>
                </a:solidFill>
              </a:defRPr>
            </a:lvl8pPr>
            <a:lvl9pPr>
              <a:defRPr sz="1650" b="1">
                <a:solidFill>
                  <a:srgbClr val="111111"/>
                </a:solidFill>
              </a:defRPr>
            </a:lvl9pPr>
          </a:lstStyle>
          <a:p xmlns:a="http://schemas.openxmlformats.org/drawingml/2006/main">
            <a:pPr>
              <a:defRPr sz="1650" b="1">
                <a:solidFill>
                  <a:srgbClr val="111111"/>
                </a:solidFill>
              </a:defRPr>
            </a:pPr>
            <a:r>
              <a:rPr sz="1650" b="1">
                <a:solidFill>
                  <a:srgbClr val="111111"/>
                </a:solidFill>
              </a:rPr>
              <a:t>GitHub: github.com/maindevhoon/spitchai</a:t>
            </a:r>
          </a:p>
        </p:txBody>
      </p:sp>
    </p:spTree>
    <p:extLst>
      <p:ext uri="{BB962C8B-B14F-4D97-AF65-F5344CB8AC3E}">
        <p14:creationId xmlns:p14="http://schemas.microsoft.com/office/powerpoint/2010/main" val="6665589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Work Sans"/>
        <a:ea typeface=""/>
        <a:cs typeface=""/>
      </a:majorFont>
      <a:minorFont>
        <a:latin typeface="Work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2026-10-26T17:47:26.1560000Z</dcterms:created>
  <dcterms:modified xsi:type="dcterms:W3CDTF">2026-10-26T17:47:26.1560000Z</dcterms:modified>
</coreProperties>
</file>